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98" r:id="rId3"/>
    <p:sldId id="257" r:id="rId4"/>
    <p:sldId id="299" r:id="rId5"/>
    <p:sldId id="315" r:id="rId6"/>
    <p:sldId id="314" r:id="rId7"/>
    <p:sldId id="300" r:id="rId8"/>
    <p:sldId id="304" r:id="rId9"/>
    <p:sldId id="301" r:id="rId10"/>
    <p:sldId id="302" r:id="rId11"/>
    <p:sldId id="303" r:id="rId12"/>
    <p:sldId id="305" r:id="rId13"/>
    <p:sldId id="306" r:id="rId14"/>
    <p:sldId id="317" r:id="rId15"/>
    <p:sldId id="316" r:id="rId16"/>
    <p:sldId id="307" r:id="rId17"/>
    <p:sldId id="318" r:id="rId18"/>
    <p:sldId id="308" r:id="rId19"/>
    <p:sldId id="319" r:id="rId20"/>
    <p:sldId id="309" r:id="rId21"/>
    <p:sldId id="310" r:id="rId22"/>
    <p:sldId id="311" r:id="rId23"/>
    <p:sldId id="313" r:id="rId24"/>
    <p:sldId id="31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FFAF1F-6681-B4AD-09D8-782EAD6D1C47}" v="1698" dt="2025-04-16T23:15:09.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6449" autoAdjust="0"/>
  </p:normalViewPr>
  <p:slideViewPr>
    <p:cSldViewPr snapToGrid="0">
      <p:cViewPr varScale="1">
        <p:scale>
          <a:sx n="116" d="100"/>
          <a:sy n="116" d="100"/>
        </p:scale>
        <p:origin x="1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reddy, Teja" userId="S::teja.mallireddy@coyotes.usd.edu::432c19ee-59d8-463a-ad31-8bcfc6885d81" providerId="AD" clId="Web-{D9FFAF1F-6681-B4AD-09D8-782EAD6D1C47}"/>
    <pc:docChg chg="mod addSld delSld modSld sldOrd">
      <pc:chgData name="Mallireddy, Teja" userId="S::teja.mallireddy@coyotes.usd.edu::432c19ee-59d8-463a-ad31-8bcfc6885d81" providerId="AD" clId="Web-{D9FFAF1F-6681-B4AD-09D8-782EAD6D1C47}" dt="2025-04-16T23:15:06.418" v="1045"/>
      <pc:docMkLst>
        <pc:docMk/>
      </pc:docMkLst>
      <pc:sldChg chg="modSp">
        <pc:chgData name="Mallireddy, Teja" userId="S::teja.mallireddy@coyotes.usd.edu::432c19ee-59d8-463a-ad31-8bcfc6885d81" providerId="AD" clId="Web-{D9FFAF1F-6681-B4AD-09D8-782EAD6D1C47}" dt="2025-04-16T23:01:36.639" v="963" actId="20577"/>
        <pc:sldMkLst>
          <pc:docMk/>
          <pc:sldMk cId="2329826052" sldId="256"/>
        </pc:sldMkLst>
        <pc:spChg chg="mod">
          <ac:chgData name="Mallireddy, Teja" userId="S::teja.mallireddy@coyotes.usd.edu::432c19ee-59d8-463a-ad31-8bcfc6885d81" providerId="AD" clId="Web-{D9FFAF1F-6681-B4AD-09D8-782EAD6D1C47}" dt="2025-04-16T16:01:46.627" v="296" actId="1076"/>
          <ac:spMkLst>
            <pc:docMk/>
            <pc:sldMk cId="2329826052" sldId="256"/>
            <ac:spMk id="2" creationId="{AA415340-BC78-B205-1574-73EFAB7CEA95}"/>
          </ac:spMkLst>
        </pc:spChg>
        <pc:spChg chg="mod">
          <ac:chgData name="Mallireddy, Teja" userId="S::teja.mallireddy@coyotes.usd.edu::432c19ee-59d8-463a-ad31-8bcfc6885d81" providerId="AD" clId="Web-{D9FFAF1F-6681-B4AD-09D8-782EAD6D1C47}" dt="2025-04-16T23:01:34.185" v="961" actId="20577"/>
          <ac:spMkLst>
            <pc:docMk/>
            <pc:sldMk cId="2329826052" sldId="256"/>
            <ac:spMk id="7" creationId="{86FE9EE5-8673-64D2-5FF1-44DFC277C106}"/>
          </ac:spMkLst>
        </pc:spChg>
        <pc:spChg chg="mod">
          <ac:chgData name="Mallireddy, Teja" userId="S::teja.mallireddy@coyotes.usd.edu::432c19ee-59d8-463a-ad31-8bcfc6885d81" providerId="AD" clId="Web-{D9FFAF1F-6681-B4AD-09D8-782EAD6D1C47}" dt="2025-04-16T23:01:36.639" v="963" actId="20577"/>
          <ac:spMkLst>
            <pc:docMk/>
            <pc:sldMk cId="2329826052" sldId="256"/>
            <ac:spMk id="10" creationId="{B48B525F-1E58-2F92-12A8-9E06137B278F}"/>
          </ac:spMkLst>
        </pc:spChg>
      </pc:sldChg>
      <pc:sldChg chg="modSp">
        <pc:chgData name="Mallireddy, Teja" userId="S::teja.mallireddy@coyotes.usd.edu::432c19ee-59d8-463a-ad31-8bcfc6885d81" providerId="AD" clId="Web-{D9FFAF1F-6681-B4AD-09D8-782EAD6D1C47}" dt="2025-04-16T16:01:56.112" v="298" actId="20577"/>
        <pc:sldMkLst>
          <pc:docMk/>
          <pc:sldMk cId="3564381386" sldId="257"/>
        </pc:sldMkLst>
        <pc:spChg chg="mod">
          <ac:chgData name="Mallireddy, Teja" userId="S::teja.mallireddy@coyotes.usd.edu::432c19ee-59d8-463a-ad31-8bcfc6885d81" providerId="AD" clId="Web-{D9FFAF1F-6681-B4AD-09D8-782EAD6D1C47}" dt="2025-04-16T16:01:56.112" v="298" actId="20577"/>
          <ac:spMkLst>
            <pc:docMk/>
            <pc:sldMk cId="3564381386" sldId="257"/>
            <ac:spMk id="4" creationId="{8DF2BD31-CAA0-BE17-823F-B53393E4C531}"/>
          </ac:spMkLst>
        </pc:spChg>
      </pc:sldChg>
      <pc:sldChg chg="modSp">
        <pc:chgData name="Mallireddy, Teja" userId="S::teja.mallireddy@coyotes.usd.edu::432c19ee-59d8-463a-ad31-8bcfc6885d81" providerId="AD" clId="Web-{D9FFAF1F-6681-B4AD-09D8-782EAD6D1C47}" dt="2025-04-16T16:01:28.159" v="294" actId="20577"/>
        <pc:sldMkLst>
          <pc:docMk/>
          <pc:sldMk cId="3638859249" sldId="298"/>
        </pc:sldMkLst>
        <pc:spChg chg="mod">
          <ac:chgData name="Mallireddy, Teja" userId="S::teja.mallireddy@coyotes.usd.edu::432c19ee-59d8-463a-ad31-8bcfc6885d81" providerId="AD" clId="Web-{D9FFAF1F-6681-B4AD-09D8-782EAD6D1C47}" dt="2025-04-16T16:01:28.159" v="294" actId="20577"/>
          <ac:spMkLst>
            <pc:docMk/>
            <pc:sldMk cId="3638859249" sldId="298"/>
            <ac:spMk id="4" creationId="{2DE4D7E0-3A9C-9D41-866E-F2ABF580ECB0}"/>
          </ac:spMkLst>
        </pc:spChg>
      </pc:sldChg>
      <pc:sldChg chg="modSp">
        <pc:chgData name="Mallireddy, Teja" userId="S::teja.mallireddy@coyotes.usd.edu::432c19ee-59d8-463a-ad31-8bcfc6885d81" providerId="AD" clId="Web-{D9FFAF1F-6681-B4AD-09D8-782EAD6D1C47}" dt="2025-04-16T16:05:50.830" v="301" actId="20577"/>
        <pc:sldMkLst>
          <pc:docMk/>
          <pc:sldMk cId="565981391" sldId="299"/>
        </pc:sldMkLst>
        <pc:spChg chg="mod">
          <ac:chgData name="Mallireddy, Teja" userId="S::teja.mallireddy@coyotes.usd.edu::432c19ee-59d8-463a-ad31-8bcfc6885d81" providerId="AD" clId="Web-{D9FFAF1F-6681-B4AD-09D8-782EAD6D1C47}" dt="2025-04-16T16:05:50.830" v="301" actId="20577"/>
          <ac:spMkLst>
            <pc:docMk/>
            <pc:sldMk cId="565981391" sldId="299"/>
            <ac:spMk id="4" creationId="{28076AAE-6646-8775-C482-BA007AB87A33}"/>
          </ac:spMkLst>
        </pc:spChg>
      </pc:sldChg>
      <pc:sldChg chg="addSp delSp modSp ord">
        <pc:chgData name="Mallireddy, Teja" userId="S::teja.mallireddy@coyotes.usd.edu::432c19ee-59d8-463a-ad31-8bcfc6885d81" providerId="AD" clId="Web-{D9FFAF1F-6681-B4AD-09D8-782EAD6D1C47}" dt="2025-04-16T16:33:40.827" v="442" actId="1076"/>
        <pc:sldMkLst>
          <pc:docMk/>
          <pc:sldMk cId="2558500388" sldId="300"/>
        </pc:sldMkLst>
        <pc:spChg chg="add del mod">
          <ac:chgData name="Mallireddy, Teja" userId="S::teja.mallireddy@coyotes.usd.edu::432c19ee-59d8-463a-ad31-8bcfc6885d81" providerId="AD" clId="Web-{D9FFAF1F-6681-B4AD-09D8-782EAD6D1C47}" dt="2025-04-16T02:22:39.893" v="246"/>
          <ac:spMkLst>
            <pc:docMk/>
            <pc:sldMk cId="2558500388" sldId="300"/>
            <ac:spMk id="2" creationId="{0E4DC7B6-04CF-B58E-BF0A-ED09031338A6}"/>
          </ac:spMkLst>
        </pc:spChg>
        <pc:spChg chg="mod">
          <ac:chgData name="Mallireddy, Teja" userId="S::teja.mallireddy@coyotes.usd.edu::432c19ee-59d8-463a-ad31-8bcfc6885d81" providerId="AD" clId="Web-{D9FFAF1F-6681-B4AD-09D8-782EAD6D1C47}" dt="2025-04-16T16:06:15.111" v="305" actId="20577"/>
          <ac:spMkLst>
            <pc:docMk/>
            <pc:sldMk cId="2558500388" sldId="300"/>
            <ac:spMk id="4" creationId="{D0B0FA2D-F809-6507-0C1D-C7F3675D4603}"/>
          </ac:spMkLst>
        </pc:spChg>
        <pc:spChg chg="add mod">
          <ac:chgData name="Mallireddy, Teja" userId="S::teja.mallireddy@coyotes.usd.edu::432c19ee-59d8-463a-ad31-8bcfc6885d81" providerId="AD" clId="Web-{D9FFAF1F-6681-B4AD-09D8-782EAD6D1C47}" dt="2025-04-16T16:33:40.827" v="442" actId="1076"/>
          <ac:spMkLst>
            <pc:docMk/>
            <pc:sldMk cId="2558500388" sldId="300"/>
            <ac:spMk id="5" creationId="{82A99EAB-A31D-85F6-6C0E-7142516F79E0}"/>
          </ac:spMkLst>
        </pc:spChg>
        <pc:spChg chg="del mod">
          <ac:chgData name="Mallireddy, Teja" userId="S::teja.mallireddy@coyotes.usd.edu::432c19ee-59d8-463a-ad31-8bcfc6885d81" providerId="AD" clId="Web-{D9FFAF1F-6681-B4AD-09D8-782EAD6D1C47}" dt="2025-04-16T02:22:27.409" v="242"/>
          <ac:spMkLst>
            <pc:docMk/>
            <pc:sldMk cId="2558500388" sldId="300"/>
            <ac:spMk id="6" creationId="{35614B27-99E3-182F-80F8-858EEB43FD0B}"/>
          </ac:spMkLst>
        </pc:spChg>
      </pc:sldChg>
      <pc:sldChg chg="modSp">
        <pc:chgData name="Mallireddy, Teja" userId="S::teja.mallireddy@coyotes.usd.edu::432c19ee-59d8-463a-ad31-8bcfc6885d81" providerId="AD" clId="Web-{D9FFAF1F-6681-B4AD-09D8-782EAD6D1C47}" dt="2025-04-16T16:06:42.205" v="309" actId="20577"/>
        <pc:sldMkLst>
          <pc:docMk/>
          <pc:sldMk cId="2619935294" sldId="301"/>
        </pc:sldMkLst>
        <pc:spChg chg="mod">
          <ac:chgData name="Mallireddy, Teja" userId="S::teja.mallireddy@coyotes.usd.edu::432c19ee-59d8-463a-ad31-8bcfc6885d81" providerId="AD" clId="Web-{D9FFAF1F-6681-B4AD-09D8-782EAD6D1C47}" dt="2025-04-16T16:06:42.205" v="309" actId="20577"/>
          <ac:spMkLst>
            <pc:docMk/>
            <pc:sldMk cId="2619935294" sldId="301"/>
            <ac:spMk id="4" creationId="{64FADC05-EA29-BA0E-ACE2-1A4C09CE6FFC}"/>
          </ac:spMkLst>
        </pc:spChg>
      </pc:sldChg>
      <pc:sldChg chg="modSp">
        <pc:chgData name="Mallireddy, Teja" userId="S::teja.mallireddy@coyotes.usd.edu::432c19ee-59d8-463a-ad31-8bcfc6885d81" providerId="AD" clId="Web-{D9FFAF1F-6681-B4AD-09D8-782EAD6D1C47}" dt="2025-04-16T16:06:48.533" v="311" actId="20577"/>
        <pc:sldMkLst>
          <pc:docMk/>
          <pc:sldMk cId="3842551810" sldId="302"/>
        </pc:sldMkLst>
        <pc:spChg chg="mod">
          <ac:chgData name="Mallireddy, Teja" userId="S::teja.mallireddy@coyotes.usd.edu::432c19ee-59d8-463a-ad31-8bcfc6885d81" providerId="AD" clId="Web-{D9FFAF1F-6681-B4AD-09D8-782EAD6D1C47}" dt="2025-04-16T16:06:48.533" v="311" actId="20577"/>
          <ac:spMkLst>
            <pc:docMk/>
            <pc:sldMk cId="3842551810" sldId="302"/>
            <ac:spMk id="4" creationId="{831DC6C2-7BDA-C06E-9F89-B4CCF89A1154}"/>
          </ac:spMkLst>
        </pc:spChg>
      </pc:sldChg>
      <pc:sldChg chg="modSp">
        <pc:chgData name="Mallireddy, Teja" userId="S::teja.mallireddy@coyotes.usd.edu::432c19ee-59d8-463a-ad31-8bcfc6885d81" providerId="AD" clId="Web-{D9FFAF1F-6681-B4AD-09D8-782EAD6D1C47}" dt="2025-04-16T16:06:55.096" v="313" actId="20577"/>
        <pc:sldMkLst>
          <pc:docMk/>
          <pc:sldMk cId="2269654516" sldId="303"/>
        </pc:sldMkLst>
        <pc:spChg chg="mod">
          <ac:chgData name="Mallireddy, Teja" userId="S::teja.mallireddy@coyotes.usd.edu::432c19ee-59d8-463a-ad31-8bcfc6885d81" providerId="AD" clId="Web-{D9FFAF1F-6681-B4AD-09D8-782EAD6D1C47}" dt="2025-04-16T16:06:55.096" v="313" actId="20577"/>
          <ac:spMkLst>
            <pc:docMk/>
            <pc:sldMk cId="2269654516" sldId="303"/>
            <ac:spMk id="4" creationId="{4BAEEE6E-1C2D-3B6F-BBD9-C1A3AC0316B5}"/>
          </ac:spMkLst>
        </pc:spChg>
      </pc:sldChg>
      <pc:sldChg chg="modSp">
        <pc:chgData name="Mallireddy, Teja" userId="S::teja.mallireddy@coyotes.usd.edu::432c19ee-59d8-463a-ad31-8bcfc6885d81" providerId="AD" clId="Web-{D9FFAF1F-6681-B4AD-09D8-782EAD6D1C47}" dt="2025-04-16T16:06:22.142" v="307" actId="20577"/>
        <pc:sldMkLst>
          <pc:docMk/>
          <pc:sldMk cId="2709091857" sldId="304"/>
        </pc:sldMkLst>
        <pc:spChg chg="mod">
          <ac:chgData name="Mallireddy, Teja" userId="S::teja.mallireddy@coyotes.usd.edu::432c19ee-59d8-463a-ad31-8bcfc6885d81" providerId="AD" clId="Web-{D9FFAF1F-6681-B4AD-09D8-782EAD6D1C47}" dt="2025-04-16T16:06:22.142" v="307" actId="20577"/>
          <ac:spMkLst>
            <pc:docMk/>
            <pc:sldMk cId="2709091857" sldId="304"/>
            <ac:spMk id="4" creationId="{004CDAA2-D5F6-A830-84DE-F73F6A644462}"/>
          </ac:spMkLst>
        </pc:spChg>
      </pc:sldChg>
      <pc:sldChg chg="modSp">
        <pc:chgData name="Mallireddy, Teja" userId="S::teja.mallireddy@coyotes.usd.edu::432c19ee-59d8-463a-ad31-8bcfc6885d81" providerId="AD" clId="Web-{D9FFAF1F-6681-B4AD-09D8-782EAD6D1C47}" dt="2025-04-16T16:07:02.736" v="315" actId="20577"/>
        <pc:sldMkLst>
          <pc:docMk/>
          <pc:sldMk cId="4232171872" sldId="305"/>
        </pc:sldMkLst>
        <pc:spChg chg="mod">
          <ac:chgData name="Mallireddy, Teja" userId="S::teja.mallireddy@coyotes.usd.edu::432c19ee-59d8-463a-ad31-8bcfc6885d81" providerId="AD" clId="Web-{D9FFAF1F-6681-B4AD-09D8-782EAD6D1C47}" dt="2025-04-16T16:07:02.736" v="315" actId="20577"/>
          <ac:spMkLst>
            <pc:docMk/>
            <pc:sldMk cId="4232171872" sldId="305"/>
            <ac:spMk id="4" creationId="{2833E951-3C08-5040-2395-294434868724}"/>
          </ac:spMkLst>
        </pc:spChg>
      </pc:sldChg>
      <pc:sldChg chg="modSp">
        <pc:chgData name="Mallireddy, Teja" userId="S::teja.mallireddy@coyotes.usd.edu::432c19ee-59d8-463a-ad31-8bcfc6885d81" providerId="AD" clId="Web-{D9FFAF1F-6681-B4AD-09D8-782EAD6D1C47}" dt="2025-04-16T16:07:09.252" v="317" actId="20577"/>
        <pc:sldMkLst>
          <pc:docMk/>
          <pc:sldMk cId="654732109" sldId="306"/>
        </pc:sldMkLst>
        <pc:spChg chg="mod">
          <ac:chgData name="Mallireddy, Teja" userId="S::teja.mallireddy@coyotes.usd.edu::432c19ee-59d8-463a-ad31-8bcfc6885d81" providerId="AD" clId="Web-{D9FFAF1F-6681-B4AD-09D8-782EAD6D1C47}" dt="2025-04-16T16:07:09.252" v="317" actId="20577"/>
          <ac:spMkLst>
            <pc:docMk/>
            <pc:sldMk cId="654732109" sldId="306"/>
            <ac:spMk id="4" creationId="{8395A64F-EB58-20F5-CDC8-4BA6AD605358}"/>
          </ac:spMkLst>
        </pc:spChg>
      </pc:sldChg>
      <pc:sldChg chg="addSp delSp modSp ord">
        <pc:chgData name="Mallireddy, Teja" userId="S::teja.mallireddy@coyotes.usd.edu::432c19ee-59d8-463a-ad31-8bcfc6885d81" providerId="AD" clId="Web-{D9FFAF1F-6681-B4AD-09D8-782EAD6D1C47}" dt="2025-04-16T22:50:52.195" v="945" actId="1076"/>
        <pc:sldMkLst>
          <pc:docMk/>
          <pc:sldMk cId="471639661" sldId="307"/>
        </pc:sldMkLst>
        <pc:spChg chg="mod">
          <ac:chgData name="Mallireddy, Teja" userId="S::teja.mallireddy@coyotes.usd.edu::432c19ee-59d8-463a-ad31-8bcfc6885d81" providerId="AD" clId="Web-{D9FFAF1F-6681-B4AD-09D8-782EAD6D1C47}" dt="2025-04-16T16:07:17.720" v="319" actId="20577"/>
          <ac:spMkLst>
            <pc:docMk/>
            <pc:sldMk cId="471639661" sldId="307"/>
            <ac:spMk id="4" creationId="{BCA77CAF-BBB6-0FF4-FE9A-1E7B6E896B3D}"/>
          </ac:spMkLst>
        </pc:spChg>
        <pc:spChg chg="add del">
          <ac:chgData name="Mallireddy, Teja" userId="S::teja.mallireddy@coyotes.usd.edu::432c19ee-59d8-463a-ad31-8bcfc6885d81" providerId="AD" clId="Web-{D9FFAF1F-6681-B4AD-09D8-782EAD6D1C47}" dt="2025-04-16T21:26:53.957" v="564"/>
          <ac:spMkLst>
            <pc:docMk/>
            <pc:sldMk cId="471639661" sldId="307"/>
            <ac:spMk id="5" creationId="{212CA231-056E-A768-A77C-F2FDC19E1D27}"/>
          </ac:spMkLst>
        </pc:spChg>
        <pc:spChg chg="add mod">
          <ac:chgData name="Mallireddy, Teja" userId="S::teja.mallireddy@coyotes.usd.edu::432c19ee-59d8-463a-ad31-8bcfc6885d81" providerId="AD" clId="Web-{D9FFAF1F-6681-B4AD-09D8-782EAD6D1C47}" dt="2025-04-16T21:39:28.552" v="648" actId="20577"/>
          <ac:spMkLst>
            <pc:docMk/>
            <pc:sldMk cId="471639661" sldId="307"/>
            <ac:spMk id="6" creationId="{13EC92BC-0639-6518-A3B8-006B4F04AE68}"/>
          </ac:spMkLst>
        </pc:spChg>
        <pc:spChg chg="add mod">
          <ac:chgData name="Mallireddy, Teja" userId="S::teja.mallireddy@coyotes.usd.edu::432c19ee-59d8-463a-ad31-8bcfc6885d81" providerId="AD" clId="Web-{D9FFAF1F-6681-B4AD-09D8-782EAD6D1C47}" dt="2025-04-16T22:50:52.195" v="945" actId="1076"/>
          <ac:spMkLst>
            <pc:docMk/>
            <pc:sldMk cId="471639661" sldId="307"/>
            <ac:spMk id="7" creationId="{01ED9702-C100-CC05-CB6D-46824EEF0E18}"/>
          </ac:spMkLst>
        </pc:spChg>
        <pc:picChg chg="add del mod">
          <ac:chgData name="Mallireddy, Teja" userId="S::teja.mallireddy@coyotes.usd.edu::432c19ee-59d8-463a-ad31-8bcfc6885d81" providerId="AD" clId="Web-{D9FFAF1F-6681-B4AD-09D8-782EAD6D1C47}" dt="2025-04-16T21:49:28.835" v="681"/>
          <ac:picMkLst>
            <pc:docMk/>
            <pc:sldMk cId="471639661" sldId="307"/>
            <ac:picMk id="10" creationId="{9DE28410-084C-BE9E-1F9F-B595E0AE65AC}"/>
          </ac:picMkLst>
        </pc:picChg>
        <pc:picChg chg="add mod">
          <ac:chgData name="Mallireddy, Teja" userId="S::teja.mallireddy@coyotes.usd.edu::432c19ee-59d8-463a-ad31-8bcfc6885d81" providerId="AD" clId="Web-{D9FFAF1F-6681-B4AD-09D8-782EAD6D1C47}" dt="2025-04-16T21:50:23.100" v="688" actId="1076"/>
          <ac:picMkLst>
            <pc:docMk/>
            <pc:sldMk cId="471639661" sldId="307"/>
            <ac:picMk id="11" creationId="{FE97F663-F597-78B3-1F7E-443042156B9B}"/>
          </ac:picMkLst>
        </pc:picChg>
        <pc:picChg chg="add mod">
          <ac:chgData name="Mallireddy, Teja" userId="S::teja.mallireddy@coyotes.usd.edu::432c19ee-59d8-463a-ad31-8bcfc6885d81" providerId="AD" clId="Web-{D9FFAF1F-6681-B4AD-09D8-782EAD6D1C47}" dt="2025-04-16T21:51:05.460" v="691" actId="1076"/>
          <ac:picMkLst>
            <pc:docMk/>
            <pc:sldMk cId="471639661" sldId="307"/>
            <ac:picMk id="12" creationId="{3A0793DD-BCD2-979A-A402-2524176197A9}"/>
          </ac:picMkLst>
        </pc:picChg>
        <pc:picChg chg="add del mod">
          <ac:chgData name="Mallireddy, Teja" userId="S::teja.mallireddy@coyotes.usd.edu::432c19ee-59d8-463a-ad31-8bcfc6885d81" providerId="AD" clId="Web-{D9FFAF1F-6681-B4AD-09D8-782EAD6D1C47}" dt="2025-04-16T21:51:36.069" v="694"/>
          <ac:picMkLst>
            <pc:docMk/>
            <pc:sldMk cId="471639661" sldId="307"/>
            <ac:picMk id="13" creationId="{8D55BED2-A06F-AE9A-A9F2-EB3E8D2C72BD}"/>
          </ac:picMkLst>
        </pc:picChg>
        <pc:picChg chg="add mod">
          <ac:chgData name="Mallireddy, Teja" userId="S::teja.mallireddy@coyotes.usd.edu::432c19ee-59d8-463a-ad31-8bcfc6885d81" providerId="AD" clId="Web-{D9FFAF1F-6681-B4AD-09D8-782EAD6D1C47}" dt="2025-04-16T21:52:41.991" v="698" actId="1076"/>
          <ac:picMkLst>
            <pc:docMk/>
            <pc:sldMk cId="471639661" sldId="307"/>
            <ac:picMk id="14" creationId="{5F3182E4-B463-E6FF-3496-B9F1000EEE3E}"/>
          </ac:picMkLst>
        </pc:picChg>
      </pc:sldChg>
      <pc:sldChg chg="addSp delSp modSp ord">
        <pc:chgData name="Mallireddy, Teja" userId="S::teja.mallireddy@coyotes.usd.edu::432c19ee-59d8-463a-ad31-8bcfc6885d81" providerId="AD" clId="Web-{D9FFAF1F-6681-B4AD-09D8-782EAD6D1C47}" dt="2025-04-16T22:51:22.742" v="949" actId="20577"/>
        <pc:sldMkLst>
          <pc:docMk/>
          <pc:sldMk cId="1326761322" sldId="308"/>
        </pc:sldMkLst>
        <pc:spChg chg="mod">
          <ac:chgData name="Mallireddy, Teja" userId="S::teja.mallireddy@coyotes.usd.edu::432c19ee-59d8-463a-ad31-8bcfc6885d81" providerId="AD" clId="Web-{D9FFAF1F-6681-B4AD-09D8-782EAD6D1C47}" dt="2025-04-16T16:07:22.424" v="321" actId="20577"/>
          <ac:spMkLst>
            <pc:docMk/>
            <pc:sldMk cId="1326761322" sldId="308"/>
            <ac:spMk id="4" creationId="{15777567-CD40-1541-5BC5-A3D89824E543}"/>
          </ac:spMkLst>
        </pc:spChg>
        <pc:spChg chg="del">
          <ac:chgData name="Mallireddy, Teja" userId="S::teja.mallireddy@coyotes.usd.edu::432c19ee-59d8-463a-ad31-8bcfc6885d81" providerId="AD" clId="Web-{D9FFAF1F-6681-B4AD-09D8-782EAD6D1C47}" dt="2025-04-16T22:04:05.711" v="785"/>
          <ac:spMkLst>
            <pc:docMk/>
            <pc:sldMk cId="1326761322" sldId="308"/>
            <ac:spMk id="5" creationId="{19091C5F-B591-99A0-871E-58B1CF53AC0C}"/>
          </ac:spMkLst>
        </pc:spChg>
        <pc:spChg chg="add mod">
          <ac:chgData name="Mallireddy, Teja" userId="S::teja.mallireddy@coyotes.usd.edu::432c19ee-59d8-463a-ad31-8bcfc6885d81" providerId="AD" clId="Web-{D9FFAF1F-6681-B4AD-09D8-782EAD6D1C47}" dt="2025-04-16T22:25:40.057" v="844" actId="1076"/>
          <ac:spMkLst>
            <pc:docMk/>
            <pc:sldMk cId="1326761322" sldId="308"/>
            <ac:spMk id="6" creationId="{3AFBDBF8-7109-7C93-AF49-96F40FE5DB92}"/>
          </ac:spMkLst>
        </pc:spChg>
        <pc:spChg chg="add mod">
          <ac:chgData name="Mallireddy, Teja" userId="S::teja.mallireddy@coyotes.usd.edu::432c19ee-59d8-463a-ad31-8bcfc6885d81" providerId="AD" clId="Web-{D9FFAF1F-6681-B4AD-09D8-782EAD6D1C47}" dt="2025-04-16T22:25:47.432" v="845" actId="1076"/>
          <ac:spMkLst>
            <pc:docMk/>
            <pc:sldMk cId="1326761322" sldId="308"/>
            <ac:spMk id="7" creationId="{619CD151-3F08-8E8D-39F3-144C191888F3}"/>
          </ac:spMkLst>
        </pc:spChg>
        <pc:spChg chg="add mod">
          <ac:chgData name="Mallireddy, Teja" userId="S::teja.mallireddy@coyotes.usd.edu::432c19ee-59d8-463a-ad31-8bcfc6885d81" providerId="AD" clId="Web-{D9FFAF1F-6681-B4AD-09D8-782EAD6D1C47}" dt="2025-04-16T22:51:22.742" v="949" actId="20577"/>
          <ac:spMkLst>
            <pc:docMk/>
            <pc:sldMk cId="1326761322" sldId="308"/>
            <ac:spMk id="10" creationId="{9C7975D3-BFFA-17C4-333C-374648C62079}"/>
          </ac:spMkLst>
        </pc:spChg>
      </pc:sldChg>
      <pc:sldChg chg="modSp">
        <pc:chgData name="Mallireddy, Teja" userId="S::teja.mallireddy@coyotes.usd.edu::432c19ee-59d8-463a-ad31-8bcfc6885d81" providerId="AD" clId="Web-{D9FFAF1F-6681-B4AD-09D8-782EAD6D1C47}" dt="2025-04-16T23:15:06.418" v="1045"/>
        <pc:sldMkLst>
          <pc:docMk/>
          <pc:sldMk cId="3853424276" sldId="309"/>
        </pc:sldMkLst>
        <pc:spChg chg="mod">
          <ac:chgData name="Mallireddy, Teja" userId="S::teja.mallireddy@coyotes.usd.edu::432c19ee-59d8-463a-ad31-8bcfc6885d81" providerId="AD" clId="Web-{D9FFAF1F-6681-B4AD-09D8-782EAD6D1C47}" dt="2025-04-16T16:07:29.486" v="323" actId="20577"/>
          <ac:spMkLst>
            <pc:docMk/>
            <pc:sldMk cId="3853424276" sldId="309"/>
            <ac:spMk id="4" creationId="{F1CC0FB0-977B-0EB4-BA2B-C176962FB0D0}"/>
          </ac:spMkLst>
        </pc:spChg>
        <pc:graphicFrameChg chg="mod modGraphic">
          <ac:chgData name="Mallireddy, Teja" userId="S::teja.mallireddy@coyotes.usd.edu::432c19ee-59d8-463a-ad31-8bcfc6885d81" providerId="AD" clId="Web-{D9FFAF1F-6681-B4AD-09D8-782EAD6D1C47}" dt="2025-04-16T23:15:06.418" v="1045"/>
          <ac:graphicFrameMkLst>
            <pc:docMk/>
            <pc:sldMk cId="3853424276" sldId="309"/>
            <ac:graphicFrameMk id="2" creationId="{3F6A8E8A-0A80-3841-E040-CCBBA2119CE2}"/>
          </ac:graphicFrameMkLst>
        </pc:graphicFrameChg>
      </pc:sldChg>
      <pc:sldChg chg="modSp">
        <pc:chgData name="Mallireddy, Teja" userId="S::teja.mallireddy@coyotes.usd.edu::432c19ee-59d8-463a-ad31-8bcfc6885d81" providerId="AD" clId="Web-{D9FFAF1F-6681-B4AD-09D8-782EAD6D1C47}" dt="2025-04-16T16:07:37.689" v="325" actId="20577"/>
        <pc:sldMkLst>
          <pc:docMk/>
          <pc:sldMk cId="3621245754" sldId="310"/>
        </pc:sldMkLst>
        <pc:spChg chg="mod">
          <ac:chgData name="Mallireddy, Teja" userId="S::teja.mallireddy@coyotes.usd.edu::432c19ee-59d8-463a-ad31-8bcfc6885d81" providerId="AD" clId="Web-{D9FFAF1F-6681-B4AD-09D8-782EAD6D1C47}" dt="2025-04-16T16:07:37.689" v="325" actId="20577"/>
          <ac:spMkLst>
            <pc:docMk/>
            <pc:sldMk cId="3621245754" sldId="310"/>
            <ac:spMk id="4" creationId="{276CF0A6-6670-90E6-F36D-7E7CC762F2D8}"/>
          </ac:spMkLst>
        </pc:spChg>
      </pc:sldChg>
      <pc:sldChg chg="modSp">
        <pc:chgData name="Mallireddy, Teja" userId="S::teja.mallireddy@coyotes.usd.edu::432c19ee-59d8-463a-ad31-8bcfc6885d81" providerId="AD" clId="Web-{D9FFAF1F-6681-B4AD-09D8-782EAD6D1C47}" dt="2025-04-16T16:07:44.158" v="327" actId="20577"/>
        <pc:sldMkLst>
          <pc:docMk/>
          <pc:sldMk cId="212207457" sldId="311"/>
        </pc:sldMkLst>
        <pc:spChg chg="mod">
          <ac:chgData name="Mallireddy, Teja" userId="S::teja.mallireddy@coyotes.usd.edu::432c19ee-59d8-463a-ad31-8bcfc6885d81" providerId="AD" clId="Web-{D9FFAF1F-6681-B4AD-09D8-782EAD6D1C47}" dt="2025-04-16T16:07:44.158" v="327" actId="20577"/>
          <ac:spMkLst>
            <pc:docMk/>
            <pc:sldMk cId="212207457" sldId="311"/>
            <ac:spMk id="4" creationId="{0BFD789F-EBF1-4798-6DFC-03131326BBB9}"/>
          </ac:spMkLst>
        </pc:spChg>
      </pc:sldChg>
      <pc:sldChg chg="modSp">
        <pc:chgData name="Mallireddy, Teja" userId="S::teja.mallireddy@coyotes.usd.edu::432c19ee-59d8-463a-ad31-8bcfc6885d81" providerId="AD" clId="Web-{D9FFAF1F-6681-B4AD-09D8-782EAD6D1C47}" dt="2025-04-16T16:09:31.752" v="332" actId="20577"/>
        <pc:sldMkLst>
          <pc:docMk/>
          <pc:sldMk cId="49254920" sldId="312"/>
        </pc:sldMkLst>
        <pc:spChg chg="mod">
          <ac:chgData name="Mallireddy, Teja" userId="S::teja.mallireddy@coyotes.usd.edu::432c19ee-59d8-463a-ad31-8bcfc6885d81" providerId="AD" clId="Web-{D9FFAF1F-6681-B4AD-09D8-782EAD6D1C47}" dt="2025-04-16T16:09:31.752" v="332" actId="20577"/>
          <ac:spMkLst>
            <pc:docMk/>
            <pc:sldMk cId="49254920" sldId="312"/>
            <ac:spMk id="4" creationId="{E0C25858-3CDB-40BD-B8BD-77A99A447295}"/>
          </ac:spMkLst>
        </pc:spChg>
      </pc:sldChg>
      <pc:sldChg chg="modSp">
        <pc:chgData name="Mallireddy, Teja" userId="S::teja.mallireddy@coyotes.usd.edu::432c19ee-59d8-463a-ad31-8bcfc6885d81" providerId="AD" clId="Web-{D9FFAF1F-6681-B4AD-09D8-782EAD6D1C47}" dt="2025-04-16T16:07:48.189" v="329" actId="20577"/>
        <pc:sldMkLst>
          <pc:docMk/>
          <pc:sldMk cId="1388590822" sldId="313"/>
        </pc:sldMkLst>
        <pc:spChg chg="mod">
          <ac:chgData name="Mallireddy, Teja" userId="S::teja.mallireddy@coyotes.usd.edu::432c19ee-59d8-463a-ad31-8bcfc6885d81" providerId="AD" clId="Web-{D9FFAF1F-6681-B4AD-09D8-782EAD6D1C47}" dt="2025-04-16T16:07:48.189" v="329" actId="20577"/>
          <ac:spMkLst>
            <pc:docMk/>
            <pc:sldMk cId="1388590822" sldId="313"/>
            <ac:spMk id="4" creationId="{6134794F-585F-69D4-F52D-9FA315F309D3}"/>
          </ac:spMkLst>
        </pc:spChg>
      </pc:sldChg>
      <pc:sldChg chg="addSp modSp new">
        <pc:chgData name="Mallireddy, Teja" userId="S::teja.mallireddy@coyotes.usd.edu::432c19ee-59d8-463a-ad31-8bcfc6885d81" providerId="AD" clId="Web-{D9FFAF1F-6681-B4AD-09D8-782EAD6D1C47}" dt="2025-04-16T21:38:41.662" v="642" actId="20577"/>
        <pc:sldMkLst>
          <pc:docMk/>
          <pc:sldMk cId="2955563801" sldId="314"/>
        </pc:sldMkLst>
        <pc:spChg chg="mod">
          <ac:chgData name="Mallireddy, Teja" userId="S::teja.mallireddy@coyotes.usd.edu::432c19ee-59d8-463a-ad31-8bcfc6885d81" providerId="AD" clId="Web-{D9FFAF1F-6681-B4AD-09D8-782EAD6D1C47}" dt="2025-04-16T16:06:08.392" v="303" actId="20577"/>
          <ac:spMkLst>
            <pc:docMk/>
            <pc:sldMk cId="2955563801" sldId="314"/>
            <ac:spMk id="2" creationId="{717E27E1-8781-050F-7BBE-2EEE82938418}"/>
          </ac:spMkLst>
        </pc:spChg>
        <pc:spChg chg="add mod">
          <ac:chgData name="Mallireddy, Teja" userId="S::teja.mallireddy@coyotes.usd.edu::432c19ee-59d8-463a-ad31-8bcfc6885d81" providerId="AD" clId="Web-{D9FFAF1F-6681-B4AD-09D8-782EAD6D1C47}" dt="2025-04-16T15:24:50.042" v="278" actId="1076"/>
          <ac:spMkLst>
            <pc:docMk/>
            <pc:sldMk cId="2955563801" sldId="314"/>
            <ac:spMk id="4" creationId="{805A72EE-ADEA-9A2E-F5AC-385183BB9942}"/>
          </ac:spMkLst>
        </pc:spChg>
        <pc:spChg chg="add mod">
          <ac:chgData name="Mallireddy, Teja" userId="S::teja.mallireddy@coyotes.usd.edu::432c19ee-59d8-463a-ad31-8bcfc6885d81" providerId="AD" clId="Web-{D9FFAF1F-6681-B4AD-09D8-782EAD6D1C47}" dt="2025-04-16T21:38:41.662" v="642" actId="20577"/>
          <ac:spMkLst>
            <pc:docMk/>
            <pc:sldMk cId="2955563801" sldId="314"/>
            <ac:spMk id="6" creationId="{8C656471-FB68-5E91-6964-B7D92FECFA89}"/>
          </ac:spMkLst>
        </pc:spChg>
        <pc:picChg chg="add">
          <ac:chgData name="Mallireddy, Teja" userId="S::teja.mallireddy@coyotes.usd.edu::432c19ee-59d8-463a-ad31-8bcfc6885d81" providerId="AD" clId="Web-{D9FFAF1F-6681-B4AD-09D8-782EAD6D1C47}" dt="2025-04-16T01:49:32.615" v="66"/>
          <ac:picMkLst>
            <pc:docMk/>
            <pc:sldMk cId="2955563801" sldId="314"/>
            <ac:picMk id="5" creationId="{E85EF863-95B0-0652-C72E-8915C750EA57}"/>
          </ac:picMkLst>
        </pc:picChg>
      </pc:sldChg>
      <pc:sldChg chg="addSp delSp modSp new">
        <pc:chgData name="Mallireddy, Teja" userId="S::teja.mallireddy@coyotes.usd.edu::432c19ee-59d8-463a-ad31-8bcfc6885d81" providerId="AD" clId="Web-{D9FFAF1F-6681-B4AD-09D8-782EAD6D1C47}" dt="2025-04-16T21:38:27.771" v="637" actId="20577"/>
        <pc:sldMkLst>
          <pc:docMk/>
          <pc:sldMk cId="4120009891" sldId="315"/>
        </pc:sldMkLst>
        <pc:spChg chg="mod">
          <ac:chgData name="Mallireddy, Teja" userId="S::teja.mallireddy@coyotes.usd.edu::432c19ee-59d8-463a-ad31-8bcfc6885d81" providerId="AD" clId="Web-{D9FFAF1F-6681-B4AD-09D8-782EAD6D1C47}" dt="2025-04-16T16:00:43.252" v="289" actId="20577"/>
          <ac:spMkLst>
            <pc:docMk/>
            <pc:sldMk cId="4120009891" sldId="315"/>
            <ac:spMk id="2" creationId="{1F4260B5-B29A-DF65-FC28-C7842D753DA3}"/>
          </ac:spMkLst>
        </pc:spChg>
        <pc:spChg chg="add del mod">
          <ac:chgData name="Mallireddy, Teja" userId="S::teja.mallireddy@coyotes.usd.edu::432c19ee-59d8-463a-ad31-8bcfc6885d81" providerId="AD" clId="Web-{D9FFAF1F-6681-B4AD-09D8-782EAD6D1C47}" dt="2025-04-16T01:36:56.575" v="7"/>
          <ac:spMkLst>
            <pc:docMk/>
            <pc:sldMk cId="4120009891" sldId="315"/>
            <ac:spMk id="6" creationId="{522D54D4-36A5-DE1E-4F27-7C3B676FDAA2}"/>
          </ac:spMkLst>
        </pc:spChg>
        <pc:spChg chg="add del">
          <ac:chgData name="Mallireddy, Teja" userId="S::teja.mallireddy@coyotes.usd.edu::432c19ee-59d8-463a-ad31-8bcfc6885d81" providerId="AD" clId="Web-{D9FFAF1F-6681-B4AD-09D8-782EAD6D1C47}" dt="2025-04-16T01:37:18.232" v="9"/>
          <ac:spMkLst>
            <pc:docMk/>
            <pc:sldMk cId="4120009891" sldId="315"/>
            <ac:spMk id="7" creationId="{09F35CEB-F4F2-3542-9D48-888BAC04FC62}"/>
          </ac:spMkLst>
        </pc:spChg>
        <pc:spChg chg="add mod">
          <ac:chgData name="Mallireddy, Teja" userId="S::teja.mallireddy@coyotes.usd.edu::432c19ee-59d8-463a-ad31-8bcfc6885d81" providerId="AD" clId="Web-{D9FFAF1F-6681-B4AD-09D8-782EAD6D1C47}" dt="2025-04-16T02:08:55.347" v="76" actId="20577"/>
          <ac:spMkLst>
            <pc:docMk/>
            <pc:sldMk cId="4120009891" sldId="315"/>
            <ac:spMk id="8" creationId="{CD5109AF-4E78-1496-2B68-0A3CB8FBA471}"/>
          </ac:spMkLst>
        </pc:spChg>
        <pc:spChg chg="add mod">
          <ac:chgData name="Mallireddy, Teja" userId="S::teja.mallireddy@coyotes.usd.edu::432c19ee-59d8-463a-ad31-8bcfc6885d81" providerId="AD" clId="Web-{D9FFAF1F-6681-B4AD-09D8-782EAD6D1C47}" dt="2025-04-16T21:38:27.771" v="637" actId="20577"/>
          <ac:spMkLst>
            <pc:docMk/>
            <pc:sldMk cId="4120009891" sldId="315"/>
            <ac:spMk id="9" creationId="{9162B4DD-759F-F477-4E88-36063BBCC8C7}"/>
          </ac:spMkLst>
        </pc:spChg>
        <pc:picChg chg="add">
          <ac:chgData name="Mallireddy, Teja" userId="S::teja.mallireddy@coyotes.usd.edu::432c19ee-59d8-463a-ad31-8bcfc6885d81" providerId="AD" clId="Web-{D9FFAF1F-6681-B4AD-09D8-782EAD6D1C47}" dt="2025-04-16T01:36:38.371" v="3"/>
          <ac:picMkLst>
            <pc:docMk/>
            <pc:sldMk cId="4120009891" sldId="315"/>
            <ac:picMk id="5" creationId="{F3CE6036-9F24-0D4B-5354-3CA46003D70E}"/>
          </ac:picMkLst>
        </pc:picChg>
      </pc:sldChg>
      <pc:sldChg chg="addSp delSp modSp new ord">
        <pc:chgData name="Mallireddy, Teja" userId="S::teja.mallireddy@coyotes.usd.edu::432c19ee-59d8-463a-ad31-8bcfc6885d81" providerId="AD" clId="Web-{D9FFAF1F-6681-B4AD-09D8-782EAD6D1C47}" dt="2025-04-16T21:39:17.037" v="646" actId="20577"/>
        <pc:sldMkLst>
          <pc:docMk/>
          <pc:sldMk cId="744476512" sldId="316"/>
        </pc:sldMkLst>
        <pc:spChg chg="mod">
          <ac:chgData name="Mallireddy, Teja" userId="S::teja.mallireddy@coyotes.usd.edu::432c19ee-59d8-463a-ad31-8bcfc6885d81" providerId="AD" clId="Web-{D9FFAF1F-6681-B4AD-09D8-782EAD6D1C47}" dt="2025-04-16T16:23:41.594" v="339" actId="20577"/>
          <ac:spMkLst>
            <pc:docMk/>
            <pc:sldMk cId="744476512" sldId="316"/>
            <ac:spMk id="2" creationId="{36CB1E37-D0BD-76A9-8852-8ECD8D4EC7D4}"/>
          </ac:spMkLst>
        </pc:spChg>
        <pc:spChg chg="add">
          <ac:chgData name="Mallireddy, Teja" userId="S::teja.mallireddy@coyotes.usd.edu::432c19ee-59d8-463a-ad31-8bcfc6885d81" providerId="AD" clId="Web-{D9FFAF1F-6681-B4AD-09D8-782EAD6D1C47}" dt="2025-04-16T16:23:22.031" v="337"/>
          <ac:spMkLst>
            <pc:docMk/>
            <pc:sldMk cId="744476512" sldId="316"/>
            <ac:spMk id="7" creationId="{82A7721D-41CF-0A3C-F63A-A038A3E6475A}"/>
          </ac:spMkLst>
        </pc:spChg>
        <pc:spChg chg="add del mod">
          <ac:chgData name="Mallireddy, Teja" userId="S::teja.mallireddy@coyotes.usd.edu::432c19ee-59d8-463a-ad31-8bcfc6885d81" providerId="AD" clId="Web-{D9FFAF1F-6681-B4AD-09D8-782EAD6D1C47}" dt="2025-04-16T16:37:15.405" v="480"/>
          <ac:spMkLst>
            <pc:docMk/>
            <pc:sldMk cId="744476512" sldId="316"/>
            <ac:spMk id="8" creationId="{A306E5C6-B8A6-F356-5462-2A0ADD96BF0F}"/>
          </ac:spMkLst>
        </pc:spChg>
        <pc:spChg chg="add mod">
          <ac:chgData name="Mallireddy, Teja" userId="S::teja.mallireddy@coyotes.usd.edu::432c19ee-59d8-463a-ad31-8bcfc6885d81" providerId="AD" clId="Web-{D9FFAF1F-6681-B4AD-09D8-782EAD6D1C47}" dt="2025-04-16T21:39:17.037" v="646" actId="20577"/>
          <ac:spMkLst>
            <pc:docMk/>
            <pc:sldMk cId="744476512" sldId="316"/>
            <ac:spMk id="10" creationId="{4FB37850-2B67-0A1C-71A4-FCE23E835587}"/>
          </ac:spMkLst>
        </pc:spChg>
        <pc:spChg chg="add mod">
          <ac:chgData name="Mallireddy, Teja" userId="S::teja.mallireddy@coyotes.usd.edu::432c19ee-59d8-463a-ad31-8bcfc6885d81" providerId="AD" clId="Web-{D9FFAF1F-6681-B4AD-09D8-782EAD6D1C47}" dt="2025-04-16T21:39:12.646" v="645" actId="20577"/>
          <ac:spMkLst>
            <pc:docMk/>
            <pc:sldMk cId="744476512" sldId="316"/>
            <ac:spMk id="12" creationId="{F64E2AA1-A5B2-0F48-53BA-033CD4EBA12D}"/>
          </ac:spMkLst>
        </pc:spChg>
        <pc:picChg chg="add">
          <ac:chgData name="Mallireddy, Teja" userId="S::teja.mallireddy@coyotes.usd.edu::432c19ee-59d8-463a-ad31-8bcfc6885d81" providerId="AD" clId="Web-{D9FFAF1F-6681-B4AD-09D8-782EAD6D1C47}" dt="2025-04-16T16:22:34.235" v="336"/>
          <ac:picMkLst>
            <pc:docMk/>
            <pc:sldMk cId="744476512" sldId="316"/>
            <ac:picMk id="5" creationId="{DE693D1B-7F97-5A6A-B83D-308EF643C3D6}"/>
          </ac:picMkLst>
        </pc:picChg>
        <pc:picChg chg="add mod">
          <ac:chgData name="Mallireddy, Teja" userId="S::teja.mallireddy@coyotes.usd.edu::432c19ee-59d8-463a-ad31-8bcfc6885d81" providerId="AD" clId="Web-{D9FFAF1F-6681-B4AD-09D8-782EAD6D1C47}" dt="2025-04-16T16:48:19.091" v="533" actId="14100"/>
          <ac:picMkLst>
            <pc:docMk/>
            <pc:sldMk cId="744476512" sldId="316"/>
            <ac:picMk id="11" creationId="{9A86ED45-0FDC-666F-38F5-8F17A5D55A46}"/>
          </ac:picMkLst>
        </pc:picChg>
        <pc:picChg chg="add mod">
          <ac:chgData name="Mallireddy, Teja" userId="S::teja.mallireddy@coyotes.usd.edu::432c19ee-59d8-463a-ad31-8bcfc6885d81" providerId="AD" clId="Web-{D9FFAF1F-6681-B4AD-09D8-782EAD6D1C47}" dt="2025-04-16T16:51:11.310" v="562" actId="1076"/>
          <ac:picMkLst>
            <pc:docMk/>
            <pc:sldMk cId="744476512" sldId="316"/>
            <ac:picMk id="13" creationId="{E07A18C0-DABB-89DB-B956-7FA5B362585C}"/>
          </ac:picMkLst>
        </pc:picChg>
      </pc:sldChg>
      <pc:sldChg chg="new del">
        <pc:chgData name="Mallireddy, Teja" userId="S::teja.mallireddy@coyotes.usd.edu::432c19ee-59d8-463a-ad31-8bcfc6885d81" providerId="AD" clId="Web-{D9FFAF1F-6681-B4AD-09D8-782EAD6D1C47}" dt="2025-04-16T01:49:13.177" v="65"/>
        <pc:sldMkLst>
          <pc:docMk/>
          <pc:sldMk cId="3778387378" sldId="316"/>
        </pc:sldMkLst>
      </pc:sldChg>
      <pc:sldChg chg="addSp delSp modSp add replId">
        <pc:chgData name="Mallireddy, Teja" userId="S::teja.mallireddy@coyotes.usd.edu::432c19ee-59d8-463a-ad31-8bcfc6885d81" providerId="AD" clId="Web-{D9FFAF1F-6681-B4AD-09D8-782EAD6D1C47}" dt="2025-04-16T21:38:54.037" v="643" actId="20577"/>
        <pc:sldMkLst>
          <pc:docMk/>
          <pc:sldMk cId="1955705597" sldId="317"/>
        </pc:sldMkLst>
        <pc:spChg chg="add mod">
          <ac:chgData name="Mallireddy, Teja" userId="S::teja.mallireddy@coyotes.usd.edu::432c19ee-59d8-463a-ad31-8bcfc6885d81" providerId="AD" clId="Web-{D9FFAF1F-6681-B4AD-09D8-782EAD6D1C47}" dt="2025-04-16T21:38:54.037" v="643" actId="20577"/>
          <ac:spMkLst>
            <pc:docMk/>
            <pc:sldMk cId="1955705597" sldId="317"/>
            <ac:spMk id="4" creationId="{EF30B3EA-FD14-708E-05CF-A32D8EE5D766}"/>
          </ac:spMkLst>
        </pc:spChg>
        <pc:picChg chg="add del mod">
          <ac:chgData name="Mallireddy, Teja" userId="S::teja.mallireddy@coyotes.usd.edu::432c19ee-59d8-463a-ad31-8bcfc6885d81" providerId="AD" clId="Web-{D9FFAF1F-6681-B4AD-09D8-782EAD6D1C47}" dt="2025-04-16T16:38:42.811" v="492"/>
          <ac:picMkLst>
            <pc:docMk/>
            <pc:sldMk cId="1955705597" sldId="317"/>
            <ac:picMk id="6" creationId="{FA58BE7C-D4DA-AE03-D3B4-85025476D6CA}"/>
          </ac:picMkLst>
        </pc:picChg>
        <pc:picChg chg="add mod">
          <ac:chgData name="Mallireddy, Teja" userId="S::teja.mallireddy@coyotes.usd.edu::432c19ee-59d8-463a-ad31-8bcfc6885d81" providerId="AD" clId="Web-{D9FFAF1F-6681-B4AD-09D8-782EAD6D1C47}" dt="2025-04-16T16:41:46.342" v="505" actId="1076"/>
          <ac:picMkLst>
            <pc:docMk/>
            <pc:sldMk cId="1955705597" sldId="317"/>
            <ac:picMk id="8" creationId="{3807D540-FA1B-9F70-49F1-9FA4FD1C9C17}"/>
          </ac:picMkLst>
        </pc:picChg>
      </pc:sldChg>
      <pc:sldChg chg="addSp delSp modSp add ord replId">
        <pc:chgData name="Mallireddy, Teja" userId="S::teja.mallireddy@coyotes.usd.edu::432c19ee-59d8-463a-ad31-8bcfc6885d81" providerId="AD" clId="Web-{D9FFAF1F-6681-B4AD-09D8-782EAD6D1C47}" dt="2025-04-16T23:03:19.185" v="967" actId="1076"/>
        <pc:sldMkLst>
          <pc:docMk/>
          <pc:sldMk cId="2416370648" sldId="318"/>
        </pc:sldMkLst>
        <pc:spChg chg="add mod">
          <ac:chgData name="Mallireddy, Teja" userId="S::teja.mallireddy@coyotes.usd.edu::432c19ee-59d8-463a-ad31-8bcfc6885d81" providerId="AD" clId="Web-{D9FFAF1F-6681-B4AD-09D8-782EAD6D1C47}" dt="2025-04-16T23:03:08.045" v="965" actId="1076"/>
          <ac:spMkLst>
            <pc:docMk/>
            <pc:sldMk cId="2416370648" sldId="318"/>
            <ac:spMk id="6" creationId="{BAEB3337-2B39-4D64-50B7-81431B6E9CCA}"/>
          </ac:spMkLst>
        </pc:spChg>
        <pc:spChg chg="add del mod">
          <ac:chgData name="Mallireddy, Teja" userId="S::teja.mallireddy@coyotes.usd.edu::432c19ee-59d8-463a-ad31-8bcfc6885d81" providerId="AD" clId="Web-{D9FFAF1F-6681-B4AD-09D8-782EAD6D1C47}" dt="2025-04-16T21:57:04.476" v="739"/>
          <ac:spMkLst>
            <pc:docMk/>
            <pc:sldMk cId="2416370648" sldId="318"/>
            <ac:spMk id="8" creationId="{FBC09F2F-5E67-F4FE-90C1-B4959CA50913}"/>
          </ac:spMkLst>
        </pc:spChg>
        <pc:spChg chg="add mod">
          <ac:chgData name="Mallireddy, Teja" userId="S::teja.mallireddy@coyotes.usd.edu::432c19ee-59d8-463a-ad31-8bcfc6885d81" providerId="AD" clId="Web-{D9FFAF1F-6681-B4AD-09D8-782EAD6D1C47}" dt="2025-04-16T23:03:16.060" v="966" actId="1076"/>
          <ac:spMkLst>
            <pc:docMk/>
            <pc:sldMk cId="2416370648" sldId="318"/>
            <ac:spMk id="9" creationId="{E2380AB3-3BEB-EA8F-BBFA-104F4AE13C3C}"/>
          </ac:spMkLst>
        </pc:spChg>
        <pc:spChg chg="add del mod">
          <ac:chgData name="Mallireddy, Teja" userId="S::teja.mallireddy@coyotes.usd.edu::432c19ee-59d8-463a-ad31-8bcfc6885d81" providerId="AD" clId="Web-{D9FFAF1F-6681-B4AD-09D8-782EAD6D1C47}" dt="2025-04-16T22:05:03.227" v="788"/>
          <ac:spMkLst>
            <pc:docMk/>
            <pc:sldMk cId="2416370648" sldId="318"/>
            <ac:spMk id="11" creationId="{1BE4466E-388F-04EC-E213-44045ADBA809}"/>
          </ac:spMkLst>
        </pc:spChg>
        <pc:picChg chg="add mod">
          <ac:chgData name="Mallireddy, Teja" userId="S::teja.mallireddy@coyotes.usd.edu::432c19ee-59d8-463a-ad31-8bcfc6885d81" providerId="AD" clId="Web-{D9FFAF1F-6681-B4AD-09D8-782EAD6D1C47}" dt="2025-04-16T23:03:19.185" v="967" actId="1076"/>
          <ac:picMkLst>
            <pc:docMk/>
            <pc:sldMk cId="2416370648" sldId="318"/>
            <ac:picMk id="10" creationId="{2BEDE3B9-FBFA-427A-5548-38259392379C}"/>
          </ac:picMkLst>
        </pc:picChg>
      </pc:sldChg>
      <pc:sldChg chg="addSp delSp modSp add replId">
        <pc:chgData name="Mallireddy, Teja" userId="S::teja.mallireddy@coyotes.usd.edu::432c19ee-59d8-463a-ad31-8bcfc6885d81" providerId="AD" clId="Web-{D9FFAF1F-6681-B4AD-09D8-782EAD6D1C47}" dt="2025-04-16T22:57:48.246" v="953" actId="20577"/>
        <pc:sldMkLst>
          <pc:docMk/>
          <pc:sldMk cId="3802733212" sldId="319"/>
        </pc:sldMkLst>
        <pc:spChg chg="add mod">
          <ac:chgData name="Mallireddy, Teja" userId="S::teja.mallireddy@coyotes.usd.edu::432c19ee-59d8-463a-ad31-8bcfc6885d81" providerId="AD" clId="Web-{D9FFAF1F-6681-B4AD-09D8-782EAD6D1C47}" dt="2025-04-16T22:50:16.414" v="940" actId="20577"/>
          <ac:spMkLst>
            <pc:docMk/>
            <pc:sldMk cId="3802733212" sldId="319"/>
            <ac:spMk id="6" creationId="{AD5E7D30-EF22-8410-9B15-9E726B0F3677}"/>
          </ac:spMkLst>
        </pc:spChg>
        <pc:spChg chg="add del mod">
          <ac:chgData name="Mallireddy, Teja" userId="S::teja.mallireddy@coyotes.usd.edu::432c19ee-59d8-463a-ad31-8bcfc6885d81" providerId="AD" clId="Web-{D9FFAF1F-6681-B4AD-09D8-782EAD6D1C47}" dt="2025-04-16T22:46:55.742" v="898"/>
          <ac:spMkLst>
            <pc:docMk/>
            <pc:sldMk cId="3802733212" sldId="319"/>
            <ac:spMk id="9" creationId="{9B950FEE-70D6-B198-478F-6CF9DCF90277}"/>
          </ac:spMkLst>
        </pc:spChg>
        <pc:spChg chg="add mod">
          <ac:chgData name="Mallireddy, Teja" userId="S::teja.mallireddy@coyotes.usd.edu::432c19ee-59d8-463a-ad31-8bcfc6885d81" providerId="AD" clId="Web-{D9FFAF1F-6681-B4AD-09D8-782EAD6D1C47}" dt="2025-04-16T22:57:48.246" v="953" actId="20577"/>
          <ac:spMkLst>
            <pc:docMk/>
            <pc:sldMk cId="3802733212" sldId="319"/>
            <ac:spMk id="11" creationId="{6B0F0CD9-BBDF-CE1B-3A79-55C849D57054}"/>
          </ac:spMkLst>
        </pc:spChg>
        <pc:picChg chg="add mod">
          <ac:chgData name="Mallireddy, Teja" userId="S::teja.mallireddy@coyotes.usd.edu::432c19ee-59d8-463a-ad31-8bcfc6885d81" providerId="AD" clId="Web-{D9FFAF1F-6681-B4AD-09D8-782EAD6D1C47}" dt="2025-04-16T22:45:40.695" v="869" actId="1076"/>
          <ac:picMkLst>
            <pc:docMk/>
            <pc:sldMk cId="3802733212" sldId="319"/>
            <ac:picMk id="10" creationId="{71FBBFB3-0619-D6FD-C128-EB2F78A92115}"/>
          </ac:picMkLst>
        </pc:picChg>
        <pc:picChg chg="add mod">
          <ac:chgData name="Mallireddy, Teja" userId="S::teja.mallireddy@coyotes.usd.edu::432c19ee-59d8-463a-ad31-8bcfc6885d81" providerId="AD" clId="Web-{D9FFAF1F-6681-B4AD-09D8-782EAD6D1C47}" dt="2025-04-16T22:49:09.039" v="924" actId="1076"/>
          <ac:picMkLst>
            <pc:docMk/>
            <pc:sldMk cId="3802733212" sldId="319"/>
            <ac:picMk id="12" creationId="{E7DEE5E3-BE4E-2763-1317-E91B914C6033}"/>
          </ac:picMkLst>
        </pc:picChg>
      </pc:sldChg>
      <pc:sldChg chg="add del replId">
        <pc:chgData name="Mallireddy, Teja" userId="S::teja.mallireddy@coyotes.usd.edu::432c19ee-59d8-463a-ad31-8bcfc6885d81" providerId="AD" clId="Web-{D9FFAF1F-6681-B4AD-09D8-782EAD6D1C47}" dt="2025-04-16T22:50:29.007" v="943"/>
        <pc:sldMkLst>
          <pc:docMk/>
          <pc:sldMk cId="3982725772" sldId="320"/>
        </pc:sldMkLst>
      </pc:sldChg>
      <pc:sldChg chg="add del replId">
        <pc:chgData name="Mallireddy, Teja" userId="S::teja.mallireddy@coyotes.usd.edu::432c19ee-59d8-463a-ad31-8bcfc6885d81" providerId="AD" clId="Web-{D9FFAF1F-6681-B4AD-09D8-782EAD6D1C47}" dt="2025-04-16T22:50:26.992" v="942"/>
        <pc:sldMkLst>
          <pc:docMk/>
          <pc:sldMk cId="756703171"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295B5-EF2D-4F88-9684-0922C2BBE886}" type="datetimeFigureOut">
              <a:rPr lang="en-US" smtClean="0"/>
              <a:t>4/16/2025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A5E4B-ECB3-42EA-842F-FE82EB74427C}" type="slidenum">
              <a:rPr lang="en-US" smtClean="0"/>
              <a:t>‹#›</a:t>
            </a:fld>
            <a:endParaRPr lang="en-US"/>
          </a:p>
        </p:txBody>
      </p:sp>
    </p:spTree>
    <p:extLst>
      <p:ext uri="{BB962C8B-B14F-4D97-AF65-F5344CB8AC3E}">
        <p14:creationId xmlns:p14="http://schemas.microsoft.com/office/powerpoint/2010/main" val="242899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EA5E4B-ECB3-42EA-842F-FE82EB74427C}" type="slidenum">
              <a:rPr lang="en-US" smtClean="0"/>
              <a:t>1</a:t>
            </a:fld>
            <a:endParaRPr lang="en-US"/>
          </a:p>
        </p:txBody>
      </p:sp>
    </p:spTree>
    <p:extLst>
      <p:ext uri="{BB962C8B-B14F-4D97-AF65-F5344CB8AC3E}">
        <p14:creationId xmlns:p14="http://schemas.microsoft.com/office/powerpoint/2010/main" val="366148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D279-97BA-BD06-DC85-3BBD9916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C64D6-84AA-E6C9-4B0E-EB734292E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E7B01-D7C4-1FAD-2168-D61050D6B9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1A829-E0DD-DFC2-A0B1-ED20A76F813B}"/>
              </a:ext>
            </a:extLst>
          </p:cNvPr>
          <p:cNvSpPr>
            <a:spLocks noGrp="1"/>
          </p:cNvSpPr>
          <p:nvPr>
            <p:ph type="sldNum" sz="quarter" idx="5"/>
          </p:nvPr>
        </p:nvSpPr>
        <p:spPr/>
        <p:txBody>
          <a:bodyPr/>
          <a:lstStyle/>
          <a:p>
            <a:fld id="{FAEA5E4B-ECB3-42EA-842F-FE82EB74427C}" type="slidenum">
              <a:rPr lang="en-US" smtClean="0"/>
              <a:t>2</a:t>
            </a:fld>
            <a:endParaRPr lang="en-US"/>
          </a:p>
        </p:txBody>
      </p:sp>
    </p:spTree>
    <p:extLst>
      <p:ext uri="{BB962C8B-B14F-4D97-AF65-F5344CB8AC3E}">
        <p14:creationId xmlns:p14="http://schemas.microsoft.com/office/powerpoint/2010/main" val="317743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47FA-87C9-C781-553B-09BE1CE0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763F0-9839-D891-2188-58D96D388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8E7EB-9B35-8CC2-FA3D-697FFE127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62201-2C96-CE97-9CE3-8A63458698FC}"/>
              </a:ext>
            </a:extLst>
          </p:cNvPr>
          <p:cNvSpPr>
            <a:spLocks noGrp="1"/>
          </p:cNvSpPr>
          <p:nvPr>
            <p:ph type="sldNum" sz="quarter" idx="5"/>
          </p:nvPr>
        </p:nvSpPr>
        <p:spPr/>
        <p:txBody>
          <a:bodyPr/>
          <a:lstStyle/>
          <a:p>
            <a:fld id="{FAEA5E4B-ECB3-42EA-842F-FE82EB74427C}" type="slidenum">
              <a:rPr lang="en-US" smtClean="0"/>
              <a:t>4</a:t>
            </a:fld>
            <a:endParaRPr lang="en-US"/>
          </a:p>
        </p:txBody>
      </p:sp>
    </p:spTree>
    <p:extLst>
      <p:ext uri="{BB962C8B-B14F-4D97-AF65-F5344CB8AC3E}">
        <p14:creationId xmlns:p14="http://schemas.microsoft.com/office/powerpoint/2010/main" val="267347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89AB-7C08-D746-F823-E2BD8F4B7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B8A31-156B-BAEB-281E-84C9CC602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D18DE-3449-2909-0E00-53C9E4BDB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37FD1-DB33-0C3D-FC78-E666D84450C6}"/>
              </a:ext>
            </a:extLst>
          </p:cNvPr>
          <p:cNvSpPr>
            <a:spLocks noGrp="1"/>
          </p:cNvSpPr>
          <p:nvPr>
            <p:ph type="sldNum" sz="quarter" idx="5"/>
          </p:nvPr>
        </p:nvSpPr>
        <p:spPr/>
        <p:txBody>
          <a:bodyPr/>
          <a:lstStyle/>
          <a:p>
            <a:fld id="{FAEA5E4B-ECB3-42EA-842F-FE82EB74427C}" type="slidenum">
              <a:rPr lang="en-US" smtClean="0"/>
              <a:t>7</a:t>
            </a:fld>
            <a:endParaRPr lang="en-US"/>
          </a:p>
        </p:txBody>
      </p:sp>
    </p:spTree>
    <p:extLst>
      <p:ext uri="{BB962C8B-B14F-4D97-AF65-F5344CB8AC3E}">
        <p14:creationId xmlns:p14="http://schemas.microsoft.com/office/powerpoint/2010/main" val="200701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46CA-D604-6D36-A92E-5C9E9BCA3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FFA46-9BA3-8987-29B2-92C5A1BAC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76F20-4F68-DDA8-4F78-9A5999178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47064-4755-E875-C31F-997AD19CD471}"/>
              </a:ext>
            </a:extLst>
          </p:cNvPr>
          <p:cNvSpPr>
            <a:spLocks noGrp="1"/>
          </p:cNvSpPr>
          <p:nvPr>
            <p:ph type="sldNum" sz="quarter" idx="5"/>
          </p:nvPr>
        </p:nvSpPr>
        <p:spPr/>
        <p:txBody>
          <a:bodyPr/>
          <a:lstStyle/>
          <a:p>
            <a:fld id="{FAEA5E4B-ECB3-42EA-842F-FE82EB74427C}" type="slidenum">
              <a:rPr lang="en-US" smtClean="0"/>
              <a:t>8</a:t>
            </a:fld>
            <a:endParaRPr lang="en-US"/>
          </a:p>
        </p:txBody>
      </p:sp>
    </p:spTree>
    <p:extLst>
      <p:ext uri="{BB962C8B-B14F-4D97-AF65-F5344CB8AC3E}">
        <p14:creationId xmlns:p14="http://schemas.microsoft.com/office/powerpoint/2010/main" val="342369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4B220-E4A9-99C0-7763-24350F73D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9B9D8-E654-49C6-705B-3A84B4576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85B0-C9C8-6A1F-7A9F-9FAEAA6CB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BA690A-DFB7-F485-8894-C641CB5D12BD}"/>
              </a:ext>
            </a:extLst>
          </p:cNvPr>
          <p:cNvSpPr>
            <a:spLocks noGrp="1"/>
          </p:cNvSpPr>
          <p:nvPr>
            <p:ph type="sldNum" sz="quarter" idx="5"/>
          </p:nvPr>
        </p:nvSpPr>
        <p:spPr/>
        <p:txBody>
          <a:bodyPr/>
          <a:lstStyle/>
          <a:p>
            <a:fld id="{FAEA5E4B-ECB3-42EA-842F-FE82EB74427C}" type="slidenum">
              <a:rPr lang="en-US" smtClean="0"/>
              <a:t>9</a:t>
            </a:fld>
            <a:endParaRPr lang="en-US"/>
          </a:p>
        </p:txBody>
      </p:sp>
    </p:spTree>
    <p:extLst>
      <p:ext uri="{BB962C8B-B14F-4D97-AF65-F5344CB8AC3E}">
        <p14:creationId xmlns:p14="http://schemas.microsoft.com/office/powerpoint/2010/main" val="1910174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257E-74C3-3E7F-8632-768195ECF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E2A05-18A4-A91E-0448-8129862B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BAB72-D21A-F843-9F83-2F847DC51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A70CB-7D1A-5D29-5638-EFCBDB004307}"/>
              </a:ext>
            </a:extLst>
          </p:cNvPr>
          <p:cNvSpPr>
            <a:spLocks noGrp="1"/>
          </p:cNvSpPr>
          <p:nvPr>
            <p:ph type="sldNum" sz="quarter" idx="5"/>
          </p:nvPr>
        </p:nvSpPr>
        <p:spPr/>
        <p:txBody>
          <a:bodyPr/>
          <a:lstStyle/>
          <a:p>
            <a:fld id="{FAEA5E4B-ECB3-42EA-842F-FE82EB74427C}" type="slidenum">
              <a:rPr lang="en-US" smtClean="0"/>
              <a:t>10</a:t>
            </a:fld>
            <a:endParaRPr lang="en-US"/>
          </a:p>
        </p:txBody>
      </p:sp>
    </p:spTree>
    <p:extLst>
      <p:ext uri="{BB962C8B-B14F-4D97-AF65-F5344CB8AC3E}">
        <p14:creationId xmlns:p14="http://schemas.microsoft.com/office/powerpoint/2010/main" val="1489973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C49F-D098-EFC0-A254-1085A6338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E22E6-70DE-AC78-FC70-39CB733E3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EEA77-D1ED-2CA9-4C57-B396B67DB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6F34E5-BBF0-E7E1-F126-0333E2BAAD4C}"/>
              </a:ext>
            </a:extLst>
          </p:cNvPr>
          <p:cNvSpPr>
            <a:spLocks noGrp="1"/>
          </p:cNvSpPr>
          <p:nvPr>
            <p:ph type="sldNum" sz="quarter" idx="5"/>
          </p:nvPr>
        </p:nvSpPr>
        <p:spPr/>
        <p:txBody>
          <a:bodyPr/>
          <a:lstStyle/>
          <a:p>
            <a:fld id="{FAEA5E4B-ECB3-42EA-842F-FE82EB74427C}" type="slidenum">
              <a:rPr lang="en-US" smtClean="0"/>
              <a:t>11</a:t>
            </a:fld>
            <a:endParaRPr lang="en-US"/>
          </a:p>
        </p:txBody>
      </p:sp>
    </p:spTree>
    <p:extLst>
      <p:ext uri="{BB962C8B-B14F-4D97-AF65-F5344CB8AC3E}">
        <p14:creationId xmlns:p14="http://schemas.microsoft.com/office/powerpoint/2010/main" val="624438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E0F0-BCDF-3049-B1D0-6BFDE7404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9BF0D-D1AA-7B5A-35CC-EF428A949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C2FAF-EC85-0D12-4508-D2D504A1E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0EAA9-0FA1-D51A-A972-5C38B73EEE23}"/>
              </a:ext>
            </a:extLst>
          </p:cNvPr>
          <p:cNvSpPr>
            <a:spLocks noGrp="1"/>
          </p:cNvSpPr>
          <p:nvPr>
            <p:ph type="sldNum" sz="quarter" idx="5"/>
          </p:nvPr>
        </p:nvSpPr>
        <p:spPr/>
        <p:txBody>
          <a:bodyPr/>
          <a:lstStyle/>
          <a:p>
            <a:fld id="{FAEA5E4B-ECB3-42EA-842F-FE82EB74427C}" type="slidenum">
              <a:rPr lang="en-US" smtClean="0"/>
              <a:t>12</a:t>
            </a:fld>
            <a:endParaRPr lang="en-US"/>
          </a:p>
        </p:txBody>
      </p:sp>
    </p:spTree>
    <p:extLst>
      <p:ext uri="{BB962C8B-B14F-4D97-AF65-F5344CB8AC3E}">
        <p14:creationId xmlns:p14="http://schemas.microsoft.com/office/powerpoint/2010/main" val="1856162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689E-D4EE-84FF-8152-B96363D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0EC30-D7FA-0C59-DD03-71F8E8A2E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F62C5-649D-B8FE-472A-9CB7ECAFB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45513-91FE-7C1C-E698-2727DA380836}"/>
              </a:ext>
            </a:extLst>
          </p:cNvPr>
          <p:cNvSpPr>
            <a:spLocks noGrp="1"/>
          </p:cNvSpPr>
          <p:nvPr>
            <p:ph type="sldNum" sz="quarter" idx="5"/>
          </p:nvPr>
        </p:nvSpPr>
        <p:spPr/>
        <p:txBody>
          <a:bodyPr/>
          <a:lstStyle/>
          <a:p>
            <a:fld id="{FAEA5E4B-ECB3-42EA-842F-FE82EB74427C}" type="slidenum">
              <a:rPr lang="en-US" smtClean="0"/>
              <a:t>13</a:t>
            </a:fld>
            <a:endParaRPr lang="en-US"/>
          </a:p>
        </p:txBody>
      </p:sp>
    </p:spTree>
    <p:extLst>
      <p:ext uri="{BB962C8B-B14F-4D97-AF65-F5344CB8AC3E}">
        <p14:creationId xmlns:p14="http://schemas.microsoft.com/office/powerpoint/2010/main" val="1397560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E4C2-C877-4D9C-C069-0C9D9A77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E6959-A168-0E71-ADF8-3E2AA7A6A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C295C-2D72-BA91-6578-142443C2B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23C36-FB9B-3DFA-4C14-60915C80FCF0}"/>
              </a:ext>
            </a:extLst>
          </p:cNvPr>
          <p:cNvSpPr>
            <a:spLocks noGrp="1"/>
          </p:cNvSpPr>
          <p:nvPr>
            <p:ph type="sldNum" sz="quarter" idx="5"/>
          </p:nvPr>
        </p:nvSpPr>
        <p:spPr/>
        <p:txBody>
          <a:bodyPr/>
          <a:lstStyle/>
          <a:p>
            <a:fld id="{FAEA5E4B-ECB3-42EA-842F-FE82EB74427C}" type="slidenum">
              <a:rPr lang="en-US" smtClean="0"/>
              <a:t>16</a:t>
            </a:fld>
            <a:endParaRPr lang="en-US"/>
          </a:p>
        </p:txBody>
      </p:sp>
    </p:spTree>
    <p:extLst>
      <p:ext uri="{BB962C8B-B14F-4D97-AF65-F5344CB8AC3E}">
        <p14:creationId xmlns:p14="http://schemas.microsoft.com/office/powerpoint/2010/main" val="3097600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02D8-3B02-E751-3583-3A9D3B585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102CF-9827-01D8-E898-A94E3BEF5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FC436-E755-FF4C-974E-D9832239A5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2C391-2625-A86D-F828-338656D82489}"/>
              </a:ext>
            </a:extLst>
          </p:cNvPr>
          <p:cNvSpPr>
            <a:spLocks noGrp="1"/>
          </p:cNvSpPr>
          <p:nvPr>
            <p:ph type="sldNum" sz="quarter" idx="5"/>
          </p:nvPr>
        </p:nvSpPr>
        <p:spPr/>
        <p:txBody>
          <a:bodyPr/>
          <a:lstStyle/>
          <a:p>
            <a:fld id="{FAEA5E4B-ECB3-42EA-842F-FE82EB74427C}" type="slidenum">
              <a:rPr lang="en-US" smtClean="0"/>
              <a:t>18</a:t>
            </a:fld>
            <a:endParaRPr lang="en-US"/>
          </a:p>
        </p:txBody>
      </p:sp>
    </p:spTree>
    <p:extLst>
      <p:ext uri="{BB962C8B-B14F-4D97-AF65-F5344CB8AC3E}">
        <p14:creationId xmlns:p14="http://schemas.microsoft.com/office/powerpoint/2010/main" val="546751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15A-B8DE-C4B1-D5EB-272739B21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ACCC1-6AB4-9071-B959-44BB3854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EC29E-77C2-16F0-3021-8DF1F81A3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32A1D-4D15-E93C-4690-02CA4922BE89}"/>
              </a:ext>
            </a:extLst>
          </p:cNvPr>
          <p:cNvSpPr>
            <a:spLocks noGrp="1"/>
          </p:cNvSpPr>
          <p:nvPr>
            <p:ph type="sldNum" sz="quarter" idx="5"/>
          </p:nvPr>
        </p:nvSpPr>
        <p:spPr/>
        <p:txBody>
          <a:bodyPr/>
          <a:lstStyle/>
          <a:p>
            <a:fld id="{FAEA5E4B-ECB3-42EA-842F-FE82EB74427C}" type="slidenum">
              <a:rPr lang="en-US" smtClean="0"/>
              <a:t>22</a:t>
            </a:fld>
            <a:endParaRPr lang="en-US"/>
          </a:p>
        </p:txBody>
      </p:sp>
    </p:spTree>
    <p:extLst>
      <p:ext uri="{BB962C8B-B14F-4D97-AF65-F5344CB8AC3E}">
        <p14:creationId xmlns:p14="http://schemas.microsoft.com/office/powerpoint/2010/main" val="331086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3FE3-E753-4D6A-9FF5-D1D0DEADE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441F7-00D0-CF2A-F8C8-DFCE5FF38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49A0-714F-7B49-B9EA-405C3C94E9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64C06-C599-EA60-8E97-0EF3F682DDEB}"/>
              </a:ext>
            </a:extLst>
          </p:cNvPr>
          <p:cNvSpPr>
            <a:spLocks noGrp="1"/>
          </p:cNvSpPr>
          <p:nvPr>
            <p:ph type="sldNum" sz="quarter" idx="5"/>
          </p:nvPr>
        </p:nvSpPr>
        <p:spPr/>
        <p:txBody>
          <a:bodyPr/>
          <a:lstStyle/>
          <a:p>
            <a:fld id="{FAEA5E4B-ECB3-42EA-842F-FE82EB74427C}" type="slidenum">
              <a:rPr lang="en-US" smtClean="0"/>
              <a:t>23</a:t>
            </a:fld>
            <a:endParaRPr lang="en-US"/>
          </a:p>
        </p:txBody>
      </p:sp>
    </p:spTree>
    <p:extLst>
      <p:ext uri="{BB962C8B-B14F-4D97-AF65-F5344CB8AC3E}">
        <p14:creationId xmlns:p14="http://schemas.microsoft.com/office/powerpoint/2010/main" val="2612093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03B8-5B29-FE24-0DFF-FBEBF003E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9656D-B935-0204-0311-6E7F66722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E5AB1-006A-FD61-5040-B613FFBC0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AA768-8139-36F2-07E2-576D23559F06}"/>
              </a:ext>
            </a:extLst>
          </p:cNvPr>
          <p:cNvSpPr>
            <a:spLocks noGrp="1"/>
          </p:cNvSpPr>
          <p:nvPr>
            <p:ph type="sldNum" sz="quarter" idx="5"/>
          </p:nvPr>
        </p:nvSpPr>
        <p:spPr/>
        <p:txBody>
          <a:bodyPr/>
          <a:lstStyle/>
          <a:p>
            <a:fld id="{FAEA5E4B-ECB3-42EA-842F-FE82EB74427C}" type="slidenum">
              <a:rPr lang="en-US" smtClean="0"/>
              <a:t>24</a:t>
            </a:fld>
            <a:endParaRPr lang="en-US"/>
          </a:p>
        </p:txBody>
      </p:sp>
    </p:spTree>
    <p:extLst>
      <p:ext uri="{BB962C8B-B14F-4D97-AF65-F5344CB8AC3E}">
        <p14:creationId xmlns:p14="http://schemas.microsoft.com/office/powerpoint/2010/main" val="3799774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D7108-A95D-6392-5715-538D7C1E2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2AE60-DB9E-DD74-3291-E3DDAFE4C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A5568-12C4-743B-72A1-89AA23937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6AE36-0979-3E2F-7D87-B8C34AFCA17E}"/>
              </a:ext>
            </a:extLst>
          </p:cNvPr>
          <p:cNvSpPr>
            <a:spLocks noGrp="1"/>
          </p:cNvSpPr>
          <p:nvPr>
            <p:ph type="sldNum" sz="quarter" idx="5"/>
          </p:nvPr>
        </p:nvSpPr>
        <p:spPr/>
        <p:txBody>
          <a:bodyPr/>
          <a:lstStyle/>
          <a:p>
            <a:fld id="{FAEA5E4B-ECB3-42EA-842F-FE82EB74427C}" type="slidenum">
              <a:rPr lang="en-US" smtClean="0"/>
              <a:t>25</a:t>
            </a:fld>
            <a:endParaRPr lang="en-US"/>
          </a:p>
        </p:txBody>
      </p:sp>
    </p:spTree>
    <p:extLst>
      <p:ext uri="{BB962C8B-B14F-4D97-AF65-F5344CB8AC3E}">
        <p14:creationId xmlns:p14="http://schemas.microsoft.com/office/powerpoint/2010/main" val="2398002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661C-736C-B56D-2483-D7B5E213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45D41-3CF6-477F-3FF1-9528217CA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4089-6186-1713-E98B-84A1E9199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4C16F-8806-AFF5-6F8D-D759C861EDA7}"/>
              </a:ext>
            </a:extLst>
          </p:cNvPr>
          <p:cNvSpPr>
            <a:spLocks noGrp="1"/>
          </p:cNvSpPr>
          <p:nvPr>
            <p:ph type="sldNum" sz="quarter" idx="5"/>
          </p:nvPr>
        </p:nvSpPr>
        <p:spPr/>
        <p:txBody>
          <a:bodyPr/>
          <a:lstStyle/>
          <a:p>
            <a:fld id="{FAEA5E4B-ECB3-42EA-842F-FE82EB74427C}" type="slidenum">
              <a:rPr lang="en-US" smtClean="0"/>
              <a:t>26</a:t>
            </a:fld>
            <a:endParaRPr lang="en-US"/>
          </a:p>
        </p:txBody>
      </p:sp>
    </p:spTree>
    <p:extLst>
      <p:ext uri="{BB962C8B-B14F-4D97-AF65-F5344CB8AC3E}">
        <p14:creationId xmlns:p14="http://schemas.microsoft.com/office/powerpoint/2010/main" val="327350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A968-9B88-7C20-6579-E8E2B934B8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6D46F2-1EFF-5F98-00C4-97A145A7A3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418B4-AFD0-742A-8B22-2794B1441653}"/>
              </a:ext>
            </a:extLst>
          </p:cNvPr>
          <p:cNvSpPr>
            <a:spLocks noGrp="1"/>
          </p:cNvSpPr>
          <p:nvPr>
            <p:ph type="dt" sz="half" idx="10"/>
          </p:nvPr>
        </p:nvSpPr>
        <p:spPr/>
        <p:txBody>
          <a:bodyPr/>
          <a:lstStyle/>
          <a:p>
            <a:fld id="{AD363F1A-4068-4504-A153-63FEFF41A170}" type="datetime1">
              <a:rPr lang="en-US" smtClean="0"/>
              <a:t>4/16/2025</a:t>
            </a:fld>
            <a:endParaRPr lang="en-US"/>
          </a:p>
        </p:txBody>
      </p:sp>
      <p:sp>
        <p:nvSpPr>
          <p:cNvPr id="5" name="Footer Placeholder 4">
            <a:extLst>
              <a:ext uri="{FF2B5EF4-FFF2-40B4-BE49-F238E27FC236}">
                <a16:creationId xmlns:a16="http://schemas.microsoft.com/office/drawing/2014/main" id="{B4CF22A2-4577-4C5C-5049-7988966A40FA}"/>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2382ABC-87A2-FF2C-550D-6333033B784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0545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EB73-A01E-7028-F1C2-52F60C31A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BD31A6-BD92-F416-C308-6386FACDF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AA96F-E225-6D09-FDF8-02DA22EBCC1C}"/>
              </a:ext>
            </a:extLst>
          </p:cNvPr>
          <p:cNvSpPr>
            <a:spLocks noGrp="1"/>
          </p:cNvSpPr>
          <p:nvPr>
            <p:ph type="dt" sz="half" idx="10"/>
          </p:nvPr>
        </p:nvSpPr>
        <p:spPr/>
        <p:txBody>
          <a:bodyPr/>
          <a:lstStyle/>
          <a:p>
            <a:fld id="{52EAE4DE-57AF-4648-86C3-DC2D066F0838}" type="datetime1">
              <a:rPr lang="en-US" smtClean="0"/>
              <a:t>4/16/2025</a:t>
            </a:fld>
            <a:endParaRPr lang="en-US"/>
          </a:p>
        </p:txBody>
      </p:sp>
      <p:sp>
        <p:nvSpPr>
          <p:cNvPr id="5" name="Footer Placeholder 4">
            <a:extLst>
              <a:ext uri="{FF2B5EF4-FFF2-40B4-BE49-F238E27FC236}">
                <a16:creationId xmlns:a16="http://schemas.microsoft.com/office/drawing/2014/main" id="{610E6302-66EF-53BE-7764-BB7D3DE248B2}"/>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014FE5C0-DB85-15E5-A781-51D5E021BBF5}"/>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54458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8003-C460-252F-C461-DDDCF18B2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1DEA13-BE21-EEC0-5F46-F84FC9A1EF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10575-6824-2CB7-A88E-93F7E9C243B3}"/>
              </a:ext>
            </a:extLst>
          </p:cNvPr>
          <p:cNvSpPr>
            <a:spLocks noGrp="1"/>
          </p:cNvSpPr>
          <p:nvPr>
            <p:ph type="dt" sz="half" idx="10"/>
          </p:nvPr>
        </p:nvSpPr>
        <p:spPr/>
        <p:txBody>
          <a:bodyPr/>
          <a:lstStyle/>
          <a:p>
            <a:fld id="{FDBABFD2-0A48-43AE-B3F8-7B55B25D5758}" type="datetime1">
              <a:rPr lang="en-US" smtClean="0"/>
              <a:t>4/16/2025</a:t>
            </a:fld>
            <a:endParaRPr lang="en-US"/>
          </a:p>
        </p:txBody>
      </p:sp>
      <p:sp>
        <p:nvSpPr>
          <p:cNvPr id="5" name="Footer Placeholder 4">
            <a:extLst>
              <a:ext uri="{FF2B5EF4-FFF2-40B4-BE49-F238E27FC236}">
                <a16:creationId xmlns:a16="http://schemas.microsoft.com/office/drawing/2014/main" id="{FF009B94-E663-D2AA-CBBE-31AAF32A28F6}"/>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D69D0A9B-BE78-B9A5-7461-AAD13F7C3FE7}"/>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84037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CDDD-10F9-D45E-0572-19A4937711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B89B2-3794-A28A-5963-39B48BADD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4E1687-84D3-30E4-E7C4-2EE4660BF5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1A7F2-76E7-275D-56C9-EDFFF2D86FA6}"/>
              </a:ext>
            </a:extLst>
          </p:cNvPr>
          <p:cNvSpPr>
            <a:spLocks noGrp="1"/>
          </p:cNvSpPr>
          <p:nvPr>
            <p:ph type="dt" sz="half" idx="10"/>
          </p:nvPr>
        </p:nvSpPr>
        <p:spPr/>
        <p:txBody>
          <a:bodyPr/>
          <a:lstStyle/>
          <a:p>
            <a:fld id="{3DE52E58-9A2A-4F79-8187-3ED90BE96086}" type="datetime1">
              <a:rPr lang="en-US" smtClean="0"/>
              <a:t>4/16/2025</a:t>
            </a:fld>
            <a:endParaRPr lang="en-US"/>
          </a:p>
        </p:txBody>
      </p:sp>
      <p:sp>
        <p:nvSpPr>
          <p:cNvPr id="6" name="Footer Placeholder 5">
            <a:extLst>
              <a:ext uri="{FF2B5EF4-FFF2-40B4-BE49-F238E27FC236}">
                <a16:creationId xmlns:a16="http://schemas.microsoft.com/office/drawing/2014/main" id="{51EBBE18-03D2-04B3-3E00-CA69E489B29F}"/>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1657E6D4-33A7-4559-EA6D-3E67F023DD4D}"/>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890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BD8-8A6B-F90C-32F4-46FCB2657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DE334-03D4-1AF9-2880-048C73A00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252918-D157-ED4D-9E6A-66F3D1E3B3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DFD17-7695-73BF-D035-E86127E40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F7820-28B3-76C2-4A87-1666D38C3A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BC3137-3F29-DA92-6553-4E763154D34B}"/>
              </a:ext>
            </a:extLst>
          </p:cNvPr>
          <p:cNvSpPr>
            <a:spLocks noGrp="1"/>
          </p:cNvSpPr>
          <p:nvPr>
            <p:ph type="dt" sz="half" idx="10"/>
          </p:nvPr>
        </p:nvSpPr>
        <p:spPr/>
        <p:txBody>
          <a:bodyPr/>
          <a:lstStyle/>
          <a:p>
            <a:fld id="{1D56CA2F-D8C9-4399-A84E-CFC6475CD6A7}" type="datetime1">
              <a:rPr lang="en-US" smtClean="0"/>
              <a:t>4/16/2025</a:t>
            </a:fld>
            <a:endParaRPr lang="en-US"/>
          </a:p>
        </p:txBody>
      </p:sp>
      <p:sp>
        <p:nvSpPr>
          <p:cNvPr id="8" name="Footer Placeholder 7">
            <a:extLst>
              <a:ext uri="{FF2B5EF4-FFF2-40B4-BE49-F238E27FC236}">
                <a16:creationId xmlns:a16="http://schemas.microsoft.com/office/drawing/2014/main" id="{F5FD0CFE-EDE3-0845-6238-4554FDFB5DB0}"/>
              </a:ext>
            </a:extLst>
          </p:cNvPr>
          <p:cNvSpPr>
            <a:spLocks noGrp="1"/>
          </p:cNvSpPr>
          <p:nvPr>
            <p:ph type="ftr" sz="quarter" idx="11"/>
          </p:nvPr>
        </p:nvSpPr>
        <p:spPr/>
        <p:txBody>
          <a:bodyPr/>
          <a:lstStyle/>
          <a:p>
            <a:r>
              <a:rPr lang="en-US"/>
              <a:t>Seminar (CSC-790-U19)</a:t>
            </a:r>
          </a:p>
        </p:txBody>
      </p:sp>
      <p:sp>
        <p:nvSpPr>
          <p:cNvPr id="9" name="Slide Number Placeholder 8">
            <a:extLst>
              <a:ext uri="{FF2B5EF4-FFF2-40B4-BE49-F238E27FC236}">
                <a16:creationId xmlns:a16="http://schemas.microsoft.com/office/drawing/2014/main" id="{06EA19ED-9165-1197-6314-1374373D0BA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67722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DF16-A099-06D1-87E2-BD9DEE2E31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D41997-BC73-0B26-6872-446DB2546513}"/>
              </a:ext>
            </a:extLst>
          </p:cNvPr>
          <p:cNvSpPr>
            <a:spLocks noGrp="1"/>
          </p:cNvSpPr>
          <p:nvPr>
            <p:ph type="dt" sz="half" idx="10"/>
          </p:nvPr>
        </p:nvSpPr>
        <p:spPr/>
        <p:txBody>
          <a:bodyPr/>
          <a:lstStyle/>
          <a:p>
            <a:fld id="{9A2B2D77-C4A5-4A96-90B6-5010C34DC5DB}" type="datetime1">
              <a:rPr lang="en-US" smtClean="0"/>
              <a:t>4/16/2025</a:t>
            </a:fld>
            <a:endParaRPr lang="en-US"/>
          </a:p>
        </p:txBody>
      </p:sp>
      <p:sp>
        <p:nvSpPr>
          <p:cNvPr id="4" name="Footer Placeholder 3">
            <a:extLst>
              <a:ext uri="{FF2B5EF4-FFF2-40B4-BE49-F238E27FC236}">
                <a16:creationId xmlns:a16="http://schemas.microsoft.com/office/drawing/2014/main" id="{C1E671E0-B912-24A3-001B-A8FA824D1FD3}"/>
              </a:ext>
            </a:extLst>
          </p:cNvPr>
          <p:cNvSpPr>
            <a:spLocks noGrp="1"/>
          </p:cNvSpPr>
          <p:nvPr>
            <p:ph type="ftr" sz="quarter" idx="11"/>
          </p:nvPr>
        </p:nvSpPr>
        <p:spPr/>
        <p:txBody>
          <a:bodyPr/>
          <a:lstStyle/>
          <a:p>
            <a:r>
              <a:rPr lang="en-US"/>
              <a:t>Seminar (CSC-790-U19)</a:t>
            </a:r>
          </a:p>
        </p:txBody>
      </p:sp>
      <p:sp>
        <p:nvSpPr>
          <p:cNvPr id="5" name="Slide Number Placeholder 4">
            <a:extLst>
              <a:ext uri="{FF2B5EF4-FFF2-40B4-BE49-F238E27FC236}">
                <a16:creationId xmlns:a16="http://schemas.microsoft.com/office/drawing/2014/main" id="{511BC4B1-C828-A03F-8EA3-CDC122C5FFD2}"/>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91990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088B6-BBDC-AEC9-6762-B9C953C4A22B}"/>
              </a:ext>
            </a:extLst>
          </p:cNvPr>
          <p:cNvSpPr>
            <a:spLocks noGrp="1"/>
          </p:cNvSpPr>
          <p:nvPr>
            <p:ph type="dt" sz="half" idx="10"/>
          </p:nvPr>
        </p:nvSpPr>
        <p:spPr/>
        <p:txBody>
          <a:bodyPr/>
          <a:lstStyle/>
          <a:p>
            <a:fld id="{4EAFCA73-B99C-45C2-8DA3-69A4863FE707}" type="datetime1">
              <a:rPr lang="en-US" smtClean="0"/>
              <a:t>4/16/2025</a:t>
            </a:fld>
            <a:endParaRPr lang="en-US"/>
          </a:p>
        </p:txBody>
      </p:sp>
      <p:sp>
        <p:nvSpPr>
          <p:cNvPr id="3" name="Footer Placeholder 2">
            <a:extLst>
              <a:ext uri="{FF2B5EF4-FFF2-40B4-BE49-F238E27FC236}">
                <a16:creationId xmlns:a16="http://schemas.microsoft.com/office/drawing/2014/main" id="{FCDAD06A-A14D-2E6B-4441-969A8A6D9D09}"/>
              </a:ext>
            </a:extLst>
          </p:cNvPr>
          <p:cNvSpPr>
            <a:spLocks noGrp="1"/>
          </p:cNvSpPr>
          <p:nvPr>
            <p:ph type="ftr" sz="quarter" idx="11"/>
          </p:nvPr>
        </p:nvSpPr>
        <p:spPr/>
        <p:txBody>
          <a:bodyPr/>
          <a:lstStyle/>
          <a:p>
            <a:r>
              <a:rPr lang="en-US"/>
              <a:t>Seminar (CSC-790-U19)</a:t>
            </a:r>
          </a:p>
        </p:txBody>
      </p:sp>
      <p:sp>
        <p:nvSpPr>
          <p:cNvPr id="4" name="Slide Number Placeholder 3">
            <a:extLst>
              <a:ext uri="{FF2B5EF4-FFF2-40B4-BE49-F238E27FC236}">
                <a16:creationId xmlns:a16="http://schemas.microsoft.com/office/drawing/2014/main" id="{65E7D724-ECF7-72F2-FF8E-443F7384477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47415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6DCC-4D76-7478-F683-BDFDE1F1C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00CA96-720E-DB7E-3FFD-9089A728C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5A22FA-BAC8-A052-9145-1EC6E39591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7E37A-09E9-4115-2918-E51DC414365B}"/>
              </a:ext>
            </a:extLst>
          </p:cNvPr>
          <p:cNvSpPr>
            <a:spLocks noGrp="1"/>
          </p:cNvSpPr>
          <p:nvPr>
            <p:ph type="dt" sz="half" idx="10"/>
          </p:nvPr>
        </p:nvSpPr>
        <p:spPr/>
        <p:txBody>
          <a:bodyPr/>
          <a:lstStyle/>
          <a:p>
            <a:fld id="{25B9A71F-13F5-4F4A-8B31-07155F3F7D20}" type="datetime1">
              <a:rPr lang="en-US" smtClean="0"/>
              <a:t>4/16/2025</a:t>
            </a:fld>
            <a:endParaRPr lang="en-US"/>
          </a:p>
        </p:txBody>
      </p:sp>
      <p:sp>
        <p:nvSpPr>
          <p:cNvPr id="6" name="Footer Placeholder 5">
            <a:extLst>
              <a:ext uri="{FF2B5EF4-FFF2-40B4-BE49-F238E27FC236}">
                <a16:creationId xmlns:a16="http://schemas.microsoft.com/office/drawing/2014/main" id="{40315D2B-6E34-C148-06B0-A0D035CFA298}"/>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F2F500CB-8ED7-1CAD-D3D1-3226F5532F6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10515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F6B5-05C8-400A-5FAF-FAEAD2F12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1452D7-641F-6EAD-4832-590E4A6B7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AE7C66-9671-4E85-1813-DC6AA4D67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7A678-8EAD-FF9B-BBE3-92C1332B8F75}"/>
              </a:ext>
            </a:extLst>
          </p:cNvPr>
          <p:cNvSpPr>
            <a:spLocks noGrp="1"/>
          </p:cNvSpPr>
          <p:nvPr>
            <p:ph type="dt" sz="half" idx="10"/>
          </p:nvPr>
        </p:nvSpPr>
        <p:spPr/>
        <p:txBody>
          <a:bodyPr/>
          <a:lstStyle/>
          <a:p>
            <a:fld id="{36141FC5-F155-46BA-872D-A6C108D73206}" type="datetime1">
              <a:rPr lang="en-US" smtClean="0"/>
              <a:t>4/16/2025</a:t>
            </a:fld>
            <a:endParaRPr lang="en-US"/>
          </a:p>
        </p:txBody>
      </p:sp>
      <p:sp>
        <p:nvSpPr>
          <p:cNvPr id="6" name="Footer Placeholder 5">
            <a:extLst>
              <a:ext uri="{FF2B5EF4-FFF2-40B4-BE49-F238E27FC236}">
                <a16:creationId xmlns:a16="http://schemas.microsoft.com/office/drawing/2014/main" id="{E2346B93-2252-592C-C173-8012A9AE2B4A}"/>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04ED41C6-BDA3-2DE6-CC19-152FEDAF81C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5665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C165-0F8E-DA52-07D8-31F3AC4E50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06207F-663D-5C42-FE1C-0765D84EFB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5A5CC-3153-5B62-E003-8231485A709A}"/>
              </a:ext>
            </a:extLst>
          </p:cNvPr>
          <p:cNvSpPr>
            <a:spLocks noGrp="1"/>
          </p:cNvSpPr>
          <p:nvPr>
            <p:ph type="dt" sz="half" idx="10"/>
          </p:nvPr>
        </p:nvSpPr>
        <p:spPr/>
        <p:txBody>
          <a:bodyPr/>
          <a:lstStyle/>
          <a:p>
            <a:fld id="{59DD53DF-6562-4A5A-97D4-14BB81AA7837}" type="datetime1">
              <a:rPr lang="en-US" smtClean="0"/>
              <a:t>4/16/2025</a:t>
            </a:fld>
            <a:endParaRPr lang="en-US"/>
          </a:p>
        </p:txBody>
      </p:sp>
      <p:sp>
        <p:nvSpPr>
          <p:cNvPr id="5" name="Footer Placeholder 4">
            <a:extLst>
              <a:ext uri="{FF2B5EF4-FFF2-40B4-BE49-F238E27FC236}">
                <a16:creationId xmlns:a16="http://schemas.microsoft.com/office/drawing/2014/main" id="{99BC05FA-CA64-D7F3-9EE8-F720AB4FC039}"/>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AF58640D-82E3-FC86-21E3-B5C02A40EE9F}"/>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47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3D19F-58D3-5378-99B5-3CBD226AAF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72F9EB-D176-FF25-3F3A-FC8679C56A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563E9-3CF5-0DD0-4A64-B8F3F0E01B2B}"/>
              </a:ext>
            </a:extLst>
          </p:cNvPr>
          <p:cNvSpPr>
            <a:spLocks noGrp="1"/>
          </p:cNvSpPr>
          <p:nvPr>
            <p:ph type="dt" sz="half" idx="10"/>
          </p:nvPr>
        </p:nvSpPr>
        <p:spPr/>
        <p:txBody>
          <a:bodyPr/>
          <a:lstStyle/>
          <a:p>
            <a:fld id="{18BF25D8-8EF3-421A-848B-4D9DFDBB962C}" type="datetime1">
              <a:rPr lang="en-US" smtClean="0"/>
              <a:t>4/16/2025</a:t>
            </a:fld>
            <a:endParaRPr lang="en-US"/>
          </a:p>
        </p:txBody>
      </p:sp>
      <p:sp>
        <p:nvSpPr>
          <p:cNvPr id="5" name="Footer Placeholder 4">
            <a:extLst>
              <a:ext uri="{FF2B5EF4-FFF2-40B4-BE49-F238E27FC236}">
                <a16:creationId xmlns:a16="http://schemas.microsoft.com/office/drawing/2014/main" id="{1FAA51F2-A7C5-1B9C-F3E1-712467A57EF5}"/>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A29F09F-E02E-BBDD-FD86-BCA07D0FCF81}"/>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512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98103-DF8B-06EE-AEE0-54A1CC8D1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7E33CB-182E-7A98-AF16-E280423E9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F8E40-BF5F-9396-39B7-EE1EDDD043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03166-BBF8-458E-BA61-E8A75C94D529}" type="datetime1">
              <a:rPr lang="en-US" smtClean="0"/>
              <a:t>4/16/2025</a:t>
            </a:fld>
            <a:endParaRPr lang="en-US"/>
          </a:p>
        </p:txBody>
      </p:sp>
      <p:sp>
        <p:nvSpPr>
          <p:cNvPr id="5" name="Footer Placeholder 4">
            <a:extLst>
              <a:ext uri="{FF2B5EF4-FFF2-40B4-BE49-F238E27FC236}">
                <a16:creationId xmlns:a16="http://schemas.microsoft.com/office/drawing/2014/main" id="{3B7031BD-F105-38F4-5914-8E7A3CC33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Seminar (CSC-790-U19)</a:t>
            </a:r>
          </a:p>
        </p:txBody>
      </p:sp>
      <p:sp>
        <p:nvSpPr>
          <p:cNvPr id="6" name="Slide Number Placeholder 5">
            <a:extLst>
              <a:ext uri="{FF2B5EF4-FFF2-40B4-BE49-F238E27FC236}">
                <a16:creationId xmlns:a16="http://schemas.microsoft.com/office/drawing/2014/main" id="{7B6228CB-7816-C542-B1AD-516E9EEE6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ED8D0-0D45-49A6-AFAB-428A084FB54D}" type="slidenum">
              <a:rPr lang="en-US" smtClean="0"/>
              <a:t>‹#›</a:t>
            </a:fld>
            <a:endParaRPr lang="en-US"/>
          </a:p>
        </p:txBody>
      </p:sp>
    </p:spTree>
    <p:extLst>
      <p:ext uri="{BB962C8B-B14F-4D97-AF65-F5344CB8AC3E}">
        <p14:creationId xmlns:p14="http://schemas.microsoft.com/office/powerpoint/2010/main" val="14698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devopedia.org/sentiment-analysis"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igher Ed Marketing | USD Case Study | Sextant Marketing">
            <a:extLst>
              <a:ext uri="{FF2B5EF4-FFF2-40B4-BE49-F238E27FC236}">
                <a16:creationId xmlns:a16="http://schemas.microsoft.com/office/drawing/2014/main" id="{03A1A51B-C593-4008-3146-3E1AD71F32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62" t="18839" r="9107" b="30527"/>
          <a:stretch/>
        </p:blipFill>
        <p:spPr bwMode="auto">
          <a:xfrm>
            <a:off x="4945726" y="144779"/>
            <a:ext cx="2032818" cy="1099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780677-A8C0-9CAA-FC1F-752E127434FD}"/>
              </a:ext>
            </a:extLst>
          </p:cNvPr>
          <p:cNvSpPr txBox="1"/>
          <p:nvPr/>
        </p:nvSpPr>
        <p:spPr>
          <a:xfrm>
            <a:off x="0" y="1495224"/>
            <a:ext cx="12191999" cy="861774"/>
          </a:xfrm>
          <a:prstGeom prst="rect">
            <a:avLst/>
          </a:prstGeom>
          <a:noFill/>
        </p:spPr>
        <p:txBody>
          <a:bodyPr wrap="square" rtlCol="0">
            <a:spAutoFit/>
          </a:bodyPr>
          <a:lstStyle/>
          <a:p>
            <a:pPr algn="ctr"/>
            <a:r>
              <a:rPr lang="en-US" sz="3600" b="1" dirty="0">
                <a:latin typeface="Georgia" panose="02040502050405020303" pitchFamily="18" charset="0"/>
                <a:ea typeface="+mj-lt"/>
                <a:cs typeface="Times New Roman" panose="02020603050405020304" pitchFamily="18" charset="0"/>
              </a:rPr>
              <a:t>Sentiment Analysis – A Comparative Study</a:t>
            </a:r>
          </a:p>
          <a:p>
            <a:pPr algn="ctr"/>
            <a:endParaRPr lang="en-US" sz="1400" b="1" dirty="0">
              <a:latin typeface="Georgia" panose="02040502050405020303" pitchFamily="18" charset="0"/>
              <a:ea typeface="+mj-lt"/>
              <a:cs typeface="Times New Roman" panose="02020603050405020304" pitchFamily="18" charset="0"/>
            </a:endParaRPr>
          </a:p>
        </p:txBody>
      </p:sp>
      <p:sp>
        <p:nvSpPr>
          <p:cNvPr id="5" name="Rectangle 4">
            <a:extLst>
              <a:ext uri="{FF2B5EF4-FFF2-40B4-BE49-F238E27FC236}">
                <a16:creationId xmlns:a16="http://schemas.microsoft.com/office/drawing/2014/main" id="{702B159E-2F9F-793B-4868-2AD097EC0D37}"/>
              </a:ext>
            </a:extLst>
          </p:cNvPr>
          <p:cNvSpPr/>
          <p:nvPr/>
        </p:nvSpPr>
        <p:spPr>
          <a:xfrm>
            <a:off x="547815" y="6338078"/>
            <a:ext cx="11096368" cy="74141"/>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8B525F-1E58-2F92-12A8-9E06137B278F}"/>
              </a:ext>
            </a:extLst>
          </p:cNvPr>
          <p:cNvSpPr txBox="1"/>
          <p:nvPr/>
        </p:nvSpPr>
        <p:spPr>
          <a:xfrm>
            <a:off x="547815" y="5898549"/>
            <a:ext cx="11096369" cy="369332"/>
          </a:xfrm>
          <a:prstGeom prst="rect">
            <a:avLst/>
          </a:prstGeom>
          <a:noFill/>
        </p:spPr>
        <p:txBody>
          <a:bodyPr wrap="square" lIns="91440" tIns="45720" rIns="91440" bIns="45720" rtlCol="0" anchor="t">
            <a:spAutoFit/>
          </a:bodyPr>
          <a:lstStyle/>
          <a:p>
            <a:pPr algn="ctr"/>
            <a:r>
              <a:rPr lang="en-US" b="1" dirty="0">
                <a:latin typeface="Georgia"/>
                <a:ea typeface="+mj-lt"/>
                <a:cs typeface="Times New Roman"/>
              </a:rPr>
              <a:t>April 20</a:t>
            </a:r>
            <a:r>
              <a:rPr lang="en-US" b="1" baseline="30000" dirty="0">
                <a:latin typeface="Georgia"/>
                <a:ea typeface="+mj-lt"/>
                <a:cs typeface="Times New Roman"/>
              </a:rPr>
              <a:t>th</a:t>
            </a:r>
            <a:r>
              <a:rPr lang="en-US" b="1" dirty="0">
                <a:latin typeface="Georgia"/>
                <a:ea typeface="+mj-lt"/>
                <a:cs typeface="Times New Roman"/>
              </a:rPr>
              <a:t>, 2025</a:t>
            </a:r>
            <a:endParaRPr lang="en-US" b="1" dirty="0">
              <a:latin typeface="Georgia"/>
              <a:cs typeface="Times New Roman"/>
            </a:endParaRPr>
          </a:p>
        </p:txBody>
      </p:sp>
      <p:graphicFrame>
        <p:nvGraphicFramePr>
          <p:cNvPr id="13" name="Table 12">
            <a:extLst>
              <a:ext uri="{FF2B5EF4-FFF2-40B4-BE49-F238E27FC236}">
                <a16:creationId xmlns:a16="http://schemas.microsoft.com/office/drawing/2014/main" id="{A3AEA71F-E268-DD78-76CD-F0C59262096C}"/>
              </a:ext>
            </a:extLst>
          </p:cNvPr>
          <p:cNvGraphicFramePr>
            <a:graphicFrameLocks noGrp="1"/>
          </p:cNvGraphicFramePr>
          <p:nvPr>
            <p:extLst>
              <p:ext uri="{D42A27DB-BD31-4B8C-83A1-F6EECF244321}">
                <p14:modId xmlns:p14="http://schemas.microsoft.com/office/powerpoint/2010/main" val="527089700"/>
              </p:ext>
            </p:extLst>
          </p:nvPr>
        </p:nvGraphicFramePr>
        <p:xfrm>
          <a:off x="3021741" y="3737938"/>
          <a:ext cx="5880787" cy="1341120"/>
        </p:xfrm>
        <a:graphic>
          <a:graphicData uri="http://schemas.openxmlformats.org/drawingml/2006/table">
            <a:tbl>
              <a:tblPr firstRow="1" bandRow="1">
                <a:tableStyleId>{2D5ABB26-0587-4C30-8999-92F81FD0307C}</a:tableStyleId>
              </a:tblPr>
              <a:tblGrid>
                <a:gridCol w="5880787">
                  <a:extLst>
                    <a:ext uri="{9D8B030D-6E8A-4147-A177-3AD203B41FA5}">
                      <a16:colId xmlns:a16="http://schemas.microsoft.com/office/drawing/2014/main" val="3339511731"/>
                    </a:ext>
                  </a:extLst>
                </a:gridCol>
              </a:tblGrid>
              <a:tr h="370840">
                <a:tc>
                  <a:txBody>
                    <a:bodyPr/>
                    <a:lstStyle/>
                    <a:p>
                      <a:pPr algn="ctr"/>
                      <a:r>
                        <a:rPr lang="en-US" sz="1800" b="1" dirty="0">
                          <a:latin typeface="Garamond" panose="02020404030301010803" pitchFamily="18" charset="0"/>
                        </a:rPr>
                        <a:t>Presentation By</a:t>
                      </a:r>
                    </a:p>
                    <a:p>
                      <a:pPr algn="ctr"/>
                      <a:r>
                        <a:rPr lang="en-US" sz="3200" b="1" dirty="0">
                          <a:latin typeface="Garamond" panose="02020404030301010803" pitchFamily="18" charset="0"/>
                        </a:rPr>
                        <a:t>Neerajdattu </a:t>
                      </a:r>
                      <a:r>
                        <a:rPr lang="en-US" sz="3200" b="1" dirty="0" err="1">
                          <a:latin typeface="Garamond" panose="02020404030301010803" pitchFamily="18" charset="0"/>
                        </a:rPr>
                        <a:t>Dudam</a:t>
                      </a:r>
                      <a:r>
                        <a:rPr lang="en-US" sz="3200" b="1" dirty="0">
                          <a:latin typeface="Garamond" panose="02020404030301010803" pitchFamily="18" charset="0"/>
                        </a:rPr>
                        <a:t> (101179017)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Garamond" panose="02020404030301010803" pitchFamily="18" charset="0"/>
                        </a:rPr>
                        <a:t>Teja </a:t>
                      </a:r>
                      <a:r>
                        <a:rPr lang="en-US" sz="3200" b="1" dirty="0" err="1">
                          <a:latin typeface="Garamond" panose="02020404030301010803" pitchFamily="18" charset="0"/>
                        </a:rPr>
                        <a:t>Mallireddy</a:t>
                      </a:r>
                      <a:r>
                        <a:rPr lang="en-US" sz="3200" b="1" dirty="0">
                          <a:latin typeface="Garamond" panose="02020404030301010803" pitchFamily="18" charset="0"/>
                        </a:rPr>
                        <a:t>(101180616)</a:t>
                      </a:r>
                    </a:p>
                  </a:txBody>
                  <a:tcPr/>
                </a:tc>
                <a:extLst>
                  <a:ext uri="{0D108BD9-81ED-4DB2-BD59-A6C34878D82A}">
                    <a16:rowId xmlns:a16="http://schemas.microsoft.com/office/drawing/2014/main" val="1385789497"/>
                  </a:ext>
                </a:extLst>
              </a:tr>
            </a:tbl>
          </a:graphicData>
        </a:graphic>
      </p:graphicFrame>
      <p:sp>
        <p:nvSpPr>
          <p:cNvPr id="2" name="Footer Placeholder 1">
            <a:extLst>
              <a:ext uri="{FF2B5EF4-FFF2-40B4-BE49-F238E27FC236}">
                <a16:creationId xmlns:a16="http://schemas.microsoft.com/office/drawing/2014/main" id="{AA415340-BC78-B205-1574-73EFAB7CEA95}"/>
              </a:ext>
            </a:extLst>
          </p:cNvPr>
          <p:cNvSpPr>
            <a:spLocks noGrp="1"/>
          </p:cNvSpPr>
          <p:nvPr>
            <p:ph type="ftr" sz="quarter" idx="11"/>
          </p:nvPr>
        </p:nvSpPr>
        <p:spPr>
          <a:xfrm>
            <a:off x="32952" y="6411008"/>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Slide Number Placeholder 5">
            <a:extLst>
              <a:ext uri="{FF2B5EF4-FFF2-40B4-BE49-F238E27FC236}">
                <a16:creationId xmlns:a16="http://schemas.microsoft.com/office/drawing/2014/main" id="{09E80EB4-6130-7FA3-80ED-C4FC281B4BF5}"/>
              </a:ext>
            </a:extLst>
          </p:cNvPr>
          <p:cNvSpPr>
            <a:spLocks noGrp="1"/>
          </p:cNvSpPr>
          <p:nvPr>
            <p:ph type="sldNum" sz="quarter" idx="12"/>
          </p:nvPr>
        </p:nvSpPr>
        <p:spPr/>
        <p:txBody>
          <a:bodyPr/>
          <a:lstStyle/>
          <a:p>
            <a:fld id="{90BED8D0-0D45-49A6-AFAB-428A084FB54D}" type="slidenum">
              <a:rPr lang="en-US" smtClean="0"/>
              <a:t>1</a:t>
            </a:fld>
            <a:endParaRPr lang="en-US" dirty="0"/>
          </a:p>
        </p:txBody>
      </p:sp>
      <p:sp>
        <p:nvSpPr>
          <p:cNvPr id="7" name="TextBox 6">
            <a:extLst>
              <a:ext uri="{FF2B5EF4-FFF2-40B4-BE49-F238E27FC236}">
                <a16:creationId xmlns:a16="http://schemas.microsoft.com/office/drawing/2014/main" id="{86FE9EE5-8673-64D2-5FF1-44DFC277C106}"/>
              </a:ext>
            </a:extLst>
          </p:cNvPr>
          <p:cNvSpPr txBox="1"/>
          <p:nvPr/>
        </p:nvSpPr>
        <p:spPr>
          <a:xfrm>
            <a:off x="547815" y="5392692"/>
            <a:ext cx="11096369" cy="461665"/>
          </a:xfrm>
          <a:prstGeom prst="rect">
            <a:avLst/>
          </a:prstGeom>
          <a:noFill/>
        </p:spPr>
        <p:txBody>
          <a:bodyPr wrap="square" lIns="91440" tIns="45720" rIns="91440" bIns="45720" rtlCol="0" anchor="t">
            <a:spAutoFit/>
          </a:bodyPr>
          <a:lstStyle/>
          <a:p>
            <a:pPr algn="ctr"/>
            <a:r>
              <a:rPr lang="en-US" sz="2400" b="1" i="1" dirty="0">
                <a:latin typeface="Georgia"/>
                <a:ea typeface="+mj-lt"/>
                <a:cs typeface="Times New Roman"/>
              </a:rPr>
              <a:t>Supervisor: Dr. Longwei Wang</a:t>
            </a:r>
            <a:endParaRPr lang="en-US" sz="2400" b="1" i="1" dirty="0">
              <a:latin typeface="Georgia" panose="02040502050405020303" pitchFamily="18" charset="0"/>
              <a:cs typeface="Times New Roman" panose="02020603050405020304" pitchFamily="18" charset="0"/>
            </a:endParaRPr>
          </a:p>
        </p:txBody>
      </p:sp>
      <p:pic>
        <p:nvPicPr>
          <p:cNvPr id="9" name="Picture 8" descr="A group of emoticons with different facial expressions&#10;&#10;AI-generated content may be incorrect.">
            <a:extLst>
              <a:ext uri="{FF2B5EF4-FFF2-40B4-BE49-F238E27FC236}">
                <a16:creationId xmlns:a16="http://schemas.microsoft.com/office/drawing/2014/main" id="{4DDD6FCD-C37D-EBB6-1167-087DDFDC25B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17602" b="33420"/>
          <a:stretch/>
        </p:blipFill>
        <p:spPr>
          <a:xfrm>
            <a:off x="3641813" y="2371747"/>
            <a:ext cx="4640642" cy="1011714"/>
          </a:xfrm>
          <a:prstGeom prst="rect">
            <a:avLst/>
          </a:prstGeom>
        </p:spPr>
      </p:pic>
    </p:spTree>
    <p:extLst>
      <p:ext uri="{BB962C8B-B14F-4D97-AF65-F5344CB8AC3E}">
        <p14:creationId xmlns:p14="http://schemas.microsoft.com/office/powerpoint/2010/main" val="23298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AFB-64F0-B930-EE6B-8EEFDC6FE202}"/>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6A2E32A-73E9-BF27-32CC-C70130F84F7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ED36F3B-BF5A-60F3-8F17-17E2DEFDEBB3}"/>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Inspiration and Objective</a:t>
            </a:r>
          </a:p>
        </p:txBody>
      </p:sp>
      <p:sp>
        <p:nvSpPr>
          <p:cNvPr id="6" name="TextBox 5">
            <a:extLst>
              <a:ext uri="{FF2B5EF4-FFF2-40B4-BE49-F238E27FC236}">
                <a16:creationId xmlns:a16="http://schemas.microsoft.com/office/drawing/2014/main" id="{014AEFEB-B040-596D-CF72-4BF422A137F8}"/>
              </a:ext>
            </a:extLst>
          </p:cNvPr>
          <p:cNvSpPr txBox="1"/>
          <p:nvPr/>
        </p:nvSpPr>
        <p:spPr>
          <a:xfrm>
            <a:off x="881313" y="1087651"/>
            <a:ext cx="10429369" cy="51321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Inspiration: </a:t>
            </a:r>
            <a:r>
              <a:rPr lang="en-US" sz="2000" dirty="0">
                <a:latin typeface="Garamond" panose="02020404030301010803" pitchFamily="18" charset="0"/>
                <a:ea typeface="+mn-lt"/>
                <a:cs typeface="+mn-lt"/>
              </a:rPr>
              <a:t>To deepen our understanding of Natural Language Processing by exploring various sentiment analysis techniques. Driven by the need to compare traditional and modern approaches for practical sentiment classification.</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Objective: </a:t>
            </a:r>
            <a:r>
              <a:rPr lang="en-US" sz="2000" dirty="0">
                <a:latin typeface="Garamond" panose="02020404030301010803" pitchFamily="18" charset="0"/>
                <a:ea typeface="+mn-lt"/>
                <a:cs typeface="+mn-lt"/>
              </a:rPr>
              <a:t>To implement and evaluate lexicon-based, machine learning, and deep learning models for sentiment analysis. To develop a comparative analysis of diverse models and feature extraction techniques on balanced datasets.</a:t>
            </a:r>
          </a:p>
          <a:p>
            <a:pPr marL="285750" algn="just">
              <a:spcAft>
                <a:spcPts val="100"/>
              </a:spcAft>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Key Goals:	</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Implement and assess lexicon-based and classical ML sentiment classifiers.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Build and evaluate deep learning models including CNNs, LSTMs, and transformers.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Explore the effect of different feature engineering techniques like TF-IDF, Word2Vec, and </a:t>
            </a:r>
            <a:r>
              <a:rPr lang="en-US" sz="2000" dirty="0" err="1">
                <a:latin typeface="Garamond" panose="02020404030301010803" pitchFamily="18" charset="0"/>
                <a:ea typeface="+mn-lt"/>
                <a:cs typeface="+mn-lt"/>
              </a:rPr>
              <a:t>GloVe</a:t>
            </a:r>
            <a:r>
              <a:rPr lang="en-US" sz="2000" dirty="0">
                <a:latin typeface="Garamond" panose="02020404030301010803" pitchFamily="18" charset="0"/>
                <a:ea typeface="+mn-lt"/>
                <a:cs typeface="+mn-lt"/>
              </a:rPr>
              <a:t>.</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Provide a comprehensive performance comparison to guide future sentiment analysis approaches.</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1D932D10-2AE5-21B6-1EC3-9BFB90D2E7FE}"/>
              </a:ext>
            </a:extLst>
          </p:cNvPr>
          <p:cNvSpPr>
            <a:spLocks noGrp="1"/>
          </p:cNvSpPr>
          <p:nvPr>
            <p:ph type="sldNum" sz="quarter" idx="12"/>
          </p:nvPr>
        </p:nvSpPr>
        <p:spPr/>
        <p:txBody>
          <a:bodyPr/>
          <a:lstStyle/>
          <a:p>
            <a:fld id="{90BED8D0-0D45-49A6-AFAB-428A084FB54D}" type="slidenum">
              <a:rPr lang="en-US" smtClean="0"/>
              <a:t>2</a:t>
            </a:fld>
            <a:endParaRPr lang="en-US"/>
          </a:p>
        </p:txBody>
      </p:sp>
      <p:sp>
        <p:nvSpPr>
          <p:cNvPr id="4" name="Footer Placeholder 1">
            <a:extLst>
              <a:ext uri="{FF2B5EF4-FFF2-40B4-BE49-F238E27FC236}">
                <a16:creationId xmlns:a16="http://schemas.microsoft.com/office/drawing/2014/main" id="{2DE4D7E0-3A9C-9D41-866E-F2ABF580ECB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63885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0DFDC99-EE01-9EA0-C2F9-4B8D65CB64C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44DD8C-210E-DAA0-C79B-69FE8943AFB8}"/>
              </a:ext>
            </a:extLst>
          </p:cNvPr>
          <p:cNvSpPr txBox="1"/>
          <p:nvPr/>
        </p:nvSpPr>
        <p:spPr>
          <a:xfrm>
            <a:off x="32952" y="273209"/>
            <a:ext cx="121260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Presentation Outline</a:t>
            </a:r>
          </a:p>
        </p:txBody>
      </p:sp>
      <p:sp>
        <p:nvSpPr>
          <p:cNvPr id="12" name="TextBox 11">
            <a:extLst>
              <a:ext uri="{FF2B5EF4-FFF2-40B4-BE49-F238E27FC236}">
                <a16:creationId xmlns:a16="http://schemas.microsoft.com/office/drawing/2014/main" id="{718B4BD0-2652-36F4-F75E-ED8C3C82D346}"/>
              </a:ext>
            </a:extLst>
          </p:cNvPr>
          <p:cNvSpPr txBox="1"/>
          <p:nvPr/>
        </p:nvSpPr>
        <p:spPr>
          <a:xfrm>
            <a:off x="1201043" y="674815"/>
            <a:ext cx="7218337" cy="5550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nSpc>
                <a:spcPct val="200000"/>
              </a:lnSpc>
              <a:buFont typeface="Wingdings" panose="05000000000000000000" pitchFamily="2" charset="2"/>
              <a:buChar char="q"/>
            </a:pPr>
            <a:r>
              <a:rPr lang="en-US" sz="2000" dirty="0">
                <a:latin typeface="Garamond" panose="02020404030301010803" pitchFamily="18" charset="0"/>
              </a:rPr>
              <a:t>Introduction</a:t>
            </a:r>
          </a:p>
          <a:p>
            <a:pPr marL="514350" indent="-514350">
              <a:lnSpc>
                <a:spcPct val="200000"/>
              </a:lnSpc>
              <a:buFont typeface="Wingdings" panose="05000000000000000000" pitchFamily="2" charset="2"/>
              <a:buChar char="q"/>
            </a:pPr>
            <a:r>
              <a:rPr lang="en-US" sz="2000" dirty="0">
                <a:latin typeface="Garamond" panose="02020404030301010803" pitchFamily="18" charset="0"/>
              </a:rPr>
              <a:t>Text Preprocessing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Lexicon and Machine Learning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Workflow</a:t>
            </a:r>
          </a:p>
          <a:p>
            <a:pPr marL="514350" indent="-514350">
              <a:lnSpc>
                <a:spcPct val="200000"/>
              </a:lnSpc>
              <a:buFont typeface="Wingdings" panose="05000000000000000000" pitchFamily="2" charset="2"/>
              <a:buChar char="q"/>
            </a:pPr>
            <a:r>
              <a:rPr lang="en-US" sz="2000" dirty="0">
                <a:latin typeface="Garamond" panose="02020404030301010803" pitchFamily="18" charset="0"/>
              </a:rPr>
              <a:t>Data</a:t>
            </a:r>
          </a:p>
          <a:p>
            <a:pPr marL="514350" indent="-514350">
              <a:lnSpc>
                <a:spcPct val="200000"/>
              </a:lnSpc>
              <a:buFont typeface="Wingdings" panose="05000000000000000000" pitchFamily="2" charset="2"/>
              <a:buChar char="q"/>
            </a:pPr>
            <a:r>
              <a:rPr lang="en-US" sz="2000" dirty="0">
                <a:latin typeface="Garamond" panose="02020404030301010803" pitchFamily="18" charset="0"/>
              </a:rPr>
              <a:t>Experiments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Results and Conclusions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Future Directions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A0B4DA8E-6BF4-4842-1D45-DFAFB9D79413}"/>
              </a:ext>
            </a:extLst>
          </p:cNvPr>
          <p:cNvSpPr>
            <a:spLocks noGrp="1"/>
          </p:cNvSpPr>
          <p:nvPr>
            <p:ph type="sldNum" sz="quarter" idx="12"/>
          </p:nvPr>
        </p:nvSpPr>
        <p:spPr/>
        <p:txBody>
          <a:bodyPr/>
          <a:lstStyle/>
          <a:p>
            <a:fld id="{90BED8D0-0D45-49A6-AFAB-428A084FB54D}" type="slidenum">
              <a:rPr lang="en-US" smtClean="0"/>
              <a:t>3</a:t>
            </a:fld>
            <a:endParaRPr lang="en-US"/>
          </a:p>
        </p:txBody>
      </p:sp>
      <p:sp>
        <p:nvSpPr>
          <p:cNvPr id="4" name="Footer Placeholder 1">
            <a:extLst>
              <a:ext uri="{FF2B5EF4-FFF2-40B4-BE49-F238E27FC236}">
                <a16:creationId xmlns:a16="http://schemas.microsoft.com/office/drawing/2014/main" id="{8DF2BD31-CAA0-BE17-823F-B53393E4C53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56438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52D3-6609-574D-C829-897010AA776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AE7A860-66B4-9823-A7B7-99F888380E1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4B9A22-628D-BC95-E356-7517175FD16F}"/>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Introduction</a:t>
            </a:r>
          </a:p>
        </p:txBody>
      </p:sp>
      <p:sp>
        <p:nvSpPr>
          <p:cNvPr id="6" name="TextBox 5">
            <a:extLst>
              <a:ext uri="{FF2B5EF4-FFF2-40B4-BE49-F238E27FC236}">
                <a16:creationId xmlns:a16="http://schemas.microsoft.com/office/drawing/2014/main" id="{D869F65B-7AB8-69FD-08D1-C2B894228AD0}"/>
              </a:ext>
            </a:extLst>
          </p:cNvPr>
          <p:cNvSpPr txBox="1"/>
          <p:nvPr/>
        </p:nvSpPr>
        <p:spPr>
          <a:xfrm>
            <a:off x="881313" y="1158900"/>
            <a:ext cx="10429369"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Explosion of Textual Data: </a:t>
            </a:r>
            <a:r>
              <a:rPr lang="en-US" sz="2000" dirty="0">
                <a:latin typeface="Garamond" panose="02020404030301010803" pitchFamily="18" charset="0"/>
                <a:ea typeface="+mn-lt"/>
                <a:cs typeface="+mn-lt"/>
              </a:rPr>
              <a:t>In today's digital age, massive amounts of text are generated daily from social media, reviews, blogs, and feedback systems, making manual analysis impractical.</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Importance of Sentiment Analysis: </a:t>
            </a:r>
            <a:r>
              <a:rPr lang="en-US" sz="2000" dirty="0">
                <a:latin typeface="Garamond" panose="02020404030301010803" pitchFamily="18" charset="0"/>
                <a:ea typeface="+mn-lt"/>
                <a:cs typeface="+mn-lt"/>
              </a:rPr>
              <a:t>A key NLP technique, sentiment analysis helps automatically determine the emotional tone—positive, negative, or neutral—embedded in textual content.</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Applications Across Domains: </a:t>
            </a:r>
            <a:r>
              <a:rPr lang="en-US" sz="2000" dirty="0">
                <a:latin typeface="Garamond" panose="02020404030301010803" pitchFamily="18" charset="0"/>
                <a:ea typeface="+mn-lt"/>
                <a:cs typeface="+mn-lt"/>
              </a:rPr>
              <a:t>Beyond education, sentiment analysis is used in business for customer reviews, in politics for public opinion mining, and in healthcare for analyzing patient feedback.</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Evolution of Techniques: </a:t>
            </a:r>
            <a:r>
              <a:rPr lang="en-US" sz="2000" dirty="0">
                <a:latin typeface="Garamond" panose="02020404030301010803" pitchFamily="18" charset="0"/>
                <a:ea typeface="+mn-lt"/>
                <a:cs typeface="+mn-lt"/>
              </a:rPr>
              <a:t>The field has evolved from lexicon-based methods like VADER to machine learning models such as Naive Bayes and SVMs, and now to advanced deep learning and transformer-based models like BERT and GPT.</a:t>
            </a:r>
          </a:p>
        </p:txBody>
      </p:sp>
      <p:sp>
        <p:nvSpPr>
          <p:cNvPr id="3" name="Slide Number Placeholder 2">
            <a:extLst>
              <a:ext uri="{FF2B5EF4-FFF2-40B4-BE49-F238E27FC236}">
                <a16:creationId xmlns:a16="http://schemas.microsoft.com/office/drawing/2014/main" id="{BB363F47-E8EA-2BEC-1EA1-B8BF2165BC29}"/>
              </a:ext>
            </a:extLst>
          </p:cNvPr>
          <p:cNvSpPr>
            <a:spLocks noGrp="1"/>
          </p:cNvSpPr>
          <p:nvPr>
            <p:ph type="sldNum" sz="quarter" idx="12"/>
          </p:nvPr>
        </p:nvSpPr>
        <p:spPr/>
        <p:txBody>
          <a:bodyPr/>
          <a:lstStyle/>
          <a:p>
            <a:fld id="{90BED8D0-0D45-49A6-AFAB-428A084FB54D}" type="slidenum">
              <a:rPr lang="en-US" smtClean="0"/>
              <a:t>4</a:t>
            </a:fld>
            <a:endParaRPr lang="en-US"/>
          </a:p>
        </p:txBody>
      </p:sp>
      <p:sp>
        <p:nvSpPr>
          <p:cNvPr id="4" name="Footer Placeholder 1">
            <a:extLst>
              <a:ext uri="{FF2B5EF4-FFF2-40B4-BE49-F238E27FC236}">
                <a16:creationId xmlns:a16="http://schemas.microsoft.com/office/drawing/2014/main" id="{28076AAE-6646-8775-C482-BA007AB87A3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598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260B5-B29A-DF65-FC28-C7842D753DA3}"/>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B626EF29-585D-CA27-A20F-C5A1CED9A6C7}"/>
              </a:ext>
            </a:extLst>
          </p:cNvPr>
          <p:cNvSpPr>
            <a:spLocks noGrp="1"/>
          </p:cNvSpPr>
          <p:nvPr>
            <p:ph type="sldNum" sz="quarter" idx="12"/>
          </p:nvPr>
        </p:nvSpPr>
        <p:spPr/>
        <p:txBody>
          <a:bodyPr/>
          <a:lstStyle/>
          <a:p>
            <a:fld id="{90BED8D0-0D45-49A6-AFAB-428A084FB54D}" type="slidenum">
              <a:rPr lang="en-US" smtClean="0"/>
              <a:t>5</a:t>
            </a:fld>
            <a:endParaRPr lang="en-US"/>
          </a:p>
        </p:txBody>
      </p:sp>
      <p:pic>
        <p:nvPicPr>
          <p:cNvPr id="5" name="Picture 4" descr="Higher Ed Marketing | USD Case Study | Sextant Marketing">
            <a:extLst>
              <a:ext uri="{FF2B5EF4-FFF2-40B4-BE49-F238E27FC236}">
                <a16:creationId xmlns:a16="http://schemas.microsoft.com/office/drawing/2014/main" id="{F3CE6036-9F24-0D4B-5354-3CA46003D70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5109AF-4E78-1496-2B68-0A3CB8FBA471}"/>
              </a:ext>
            </a:extLst>
          </p:cNvPr>
          <p:cNvSpPr txBox="1"/>
          <p:nvPr/>
        </p:nvSpPr>
        <p:spPr>
          <a:xfrm>
            <a:off x="636647" y="133889"/>
            <a:ext cx="10906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9" name="TextBox 8">
            <a:extLst>
              <a:ext uri="{FF2B5EF4-FFF2-40B4-BE49-F238E27FC236}">
                <a16:creationId xmlns:a16="http://schemas.microsoft.com/office/drawing/2014/main" id="{9162B4DD-759F-F477-4E88-36063BBCC8C7}"/>
              </a:ext>
            </a:extLst>
          </p:cNvPr>
          <p:cNvSpPr txBox="1"/>
          <p:nvPr/>
        </p:nvSpPr>
        <p:spPr>
          <a:xfrm>
            <a:off x="635154" y="1218495"/>
            <a:ext cx="1137855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a:cs typeface="Calibri"/>
              </a:rPr>
              <a:t>Level 1</a:t>
            </a:r>
            <a:r>
              <a:rPr lang="en-US" sz="2000" dirty="0">
                <a:latin typeface="Garamond"/>
                <a:ea typeface="Calibri"/>
                <a:cs typeface="Calibri"/>
              </a:rPr>
              <a:t>: Basic Cleaning</a:t>
            </a:r>
            <a:endParaRPr lang="en-US"/>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Lowercasing</a:t>
            </a:r>
            <a:r>
              <a:rPr lang="en-US" sz="2000" dirty="0">
                <a:latin typeface="Garamond"/>
                <a:ea typeface="Calibri"/>
                <a:cs typeface="Calibri"/>
              </a:rPr>
              <a:t>: Converts all text to lowercase for uniformity.</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Punctuation Removal</a:t>
            </a:r>
            <a:r>
              <a:rPr lang="en-US" sz="2000" dirty="0">
                <a:latin typeface="Garamond"/>
                <a:ea typeface="Calibri"/>
                <a:cs typeface="Calibri"/>
              </a:rPr>
              <a:t>: Deletes unnecessary punctuation (e.g., ! ? . ,).</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Stop Word Removal</a:t>
            </a:r>
            <a:r>
              <a:rPr lang="en-US" sz="2000" dirty="0">
                <a:latin typeface="Garamond"/>
                <a:ea typeface="Calibri"/>
                <a:cs typeface="Calibri"/>
              </a:rPr>
              <a:t>: Removes common words like "the", "is", "and" that add little meaning.</a:t>
            </a:r>
          </a:p>
          <a:p>
            <a:pPr marL="800100" lvl="1" indent="-34290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Lemmatization</a:t>
            </a:r>
            <a:r>
              <a:rPr lang="en-US" sz="2000" dirty="0">
                <a:latin typeface="Garamond"/>
                <a:ea typeface="Calibri"/>
                <a:cs typeface="Calibri"/>
              </a:rPr>
              <a:t>: Reduces words to their dictionary form (e.g., “running” → “run”).</a:t>
            </a:r>
          </a:p>
          <a:p>
            <a:pPr marL="742950" lvl="1" indent="-28575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Tokenization</a:t>
            </a:r>
            <a:r>
              <a:rPr lang="en-US" sz="2000" dirty="0">
                <a:latin typeface="Garamond"/>
                <a:ea typeface="Calibri"/>
                <a:cs typeface="Calibri"/>
              </a:rPr>
              <a:t>: Splits text into individual words or tokens.</a:t>
            </a:r>
          </a:p>
          <a:p>
            <a:pPr marL="742950" lvl="1" indent="-28575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p:txBody>
      </p:sp>
    </p:spTree>
    <p:extLst>
      <p:ext uri="{BB962C8B-B14F-4D97-AF65-F5344CB8AC3E}">
        <p14:creationId xmlns:p14="http://schemas.microsoft.com/office/powerpoint/2010/main" val="412000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7E27E1-8781-050F-7BBE-2EEE82938418}"/>
              </a:ext>
            </a:extLst>
          </p:cNvPr>
          <p:cNvSpPr>
            <a:spLocks noGrp="1"/>
          </p:cNvSpPr>
          <p:nvPr>
            <p:ph type="ftr" sz="quarter" idx="11"/>
          </p:nvPr>
        </p:nvSpPr>
        <p:spPr/>
        <p:txBody>
          <a:bodyPr/>
          <a:lstStyle/>
          <a:p>
            <a:r>
              <a:rPr lang="en-US" sz="1600" dirty="0">
                <a:latin typeface="Garamond"/>
              </a:rPr>
              <a:t>Seminar (CSC-790-U19)</a:t>
            </a:r>
            <a:endParaRPr lang="en-US" sz="1600" dirty="0">
              <a:solidFill>
                <a:srgbClr val="000000"/>
              </a:solidFill>
              <a:latin typeface="Garamond"/>
            </a:endParaRPr>
          </a:p>
        </p:txBody>
      </p:sp>
      <p:sp>
        <p:nvSpPr>
          <p:cNvPr id="3" name="Slide Number Placeholder 2">
            <a:extLst>
              <a:ext uri="{FF2B5EF4-FFF2-40B4-BE49-F238E27FC236}">
                <a16:creationId xmlns:a16="http://schemas.microsoft.com/office/drawing/2014/main" id="{D254121A-39A5-371A-7745-19EF7D1FD584}"/>
              </a:ext>
            </a:extLst>
          </p:cNvPr>
          <p:cNvSpPr>
            <a:spLocks noGrp="1"/>
          </p:cNvSpPr>
          <p:nvPr>
            <p:ph type="sldNum" sz="quarter" idx="12"/>
          </p:nvPr>
        </p:nvSpPr>
        <p:spPr/>
        <p:txBody>
          <a:bodyPr/>
          <a:lstStyle/>
          <a:p>
            <a:fld id="{90BED8D0-0D45-49A6-AFAB-428A084FB54D}" type="slidenum">
              <a:rPr lang="en-US" smtClean="0"/>
              <a:t>6</a:t>
            </a:fld>
            <a:endParaRPr lang="en-US"/>
          </a:p>
        </p:txBody>
      </p:sp>
      <p:pic>
        <p:nvPicPr>
          <p:cNvPr id="5" name="Picture 4" descr="Higher Ed Marketing | USD Case Study | Sextant Marketing">
            <a:extLst>
              <a:ext uri="{FF2B5EF4-FFF2-40B4-BE49-F238E27FC236}">
                <a16:creationId xmlns:a16="http://schemas.microsoft.com/office/drawing/2014/main" id="{E85EF863-95B0-0652-C72E-8915C750EA5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5A72EE-ADEA-9A2E-F5AC-385183BB9942}"/>
              </a:ext>
            </a:extLst>
          </p:cNvPr>
          <p:cNvSpPr txBox="1"/>
          <p:nvPr/>
        </p:nvSpPr>
        <p:spPr>
          <a:xfrm>
            <a:off x="267349" y="144940"/>
            <a:ext cx="116562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6" name="TextBox 5">
            <a:extLst>
              <a:ext uri="{FF2B5EF4-FFF2-40B4-BE49-F238E27FC236}">
                <a16:creationId xmlns:a16="http://schemas.microsoft.com/office/drawing/2014/main" id="{8C656471-FB68-5E91-6964-B7D92FECFA89}"/>
              </a:ext>
            </a:extLst>
          </p:cNvPr>
          <p:cNvSpPr txBox="1"/>
          <p:nvPr/>
        </p:nvSpPr>
        <p:spPr>
          <a:xfrm>
            <a:off x="740741" y="1419276"/>
            <a:ext cx="11453812"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rPr>
              <a:t>Level 2: </a:t>
            </a:r>
            <a:r>
              <a:rPr lang="en-US" sz="2000" dirty="0">
                <a:latin typeface="Garamond"/>
                <a:ea typeface="+mn-lt"/>
                <a:cs typeface="+mn-lt"/>
              </a:rPr>
              <a:t>Feature Extraction</a:t>
            </a:r>
            <a:endParaRPr lang="en-US" sz="2000" dirty="0">
              <a:latin typeface="Garamond"/>
            </a:endParaRPr>
          </a:p>
          <a:p>
            <a:pPr algn="just"/>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Bag of Words (</a:t>
            </a:r>
            <a:r>
              <a:rPr lang="en-US" sz="2000" b="1" err="1">
                <a:latin typeface="Garamond"/>
                <a:ea typeface="+mn-lt"/>
                <a:cs typeface="+mn-lt"/>
              </a:rPr>
              <a:t>BoW</a:t>
            </a:r>
            <a:r>
              <a:rPr lang="en-US" sz="2000" b="1" dirty="0">
                <a:latin typeface="Garamond"/>
                <a:ea typeface="+mn-lt"/>
                <a:cs typeface="+mn-lt"/>
              </a:rPr>
              <a:t>):</a:t>
            </a:r>
            <a:r>
              <a:rPr lang="en-US" sz="2000" dirty="0">
                <a:latin typeface="Garamond"/>
                <a:ea typeface="+mn-lt"/>
                <a:cs typeface="+mn-lt"/>
              </a:rPr>
              <a:t> Counts word occurrences without considering order.</a:t>
            </a:r>
            <a:endParaRPr lang="en-US" sz="2000" dirty="0">
              <a:latin typeface="Garamond"/>
              <a:ea typeface="Calibri" panose="020F0502020204030204"/>
              <a:cs typeface="Calibri" panose="020F0502020204030204"/>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TF-IDF:</a:t>
            </a:r>
            <a:r>
              <a:rPr lang="en-US" sz="2000" dirty="0">
                <a:latin typeface="Garamond"/>
                <a:ea typeface="+mn-lt"/>
                <a:cs typeface="+mn-lt"/>
              </a:rPr>
              <a:t> Weights words based on importance (more frequent in one doc, less common across corpus).</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Unigrams</a:t>
            </a:r>
            <a:r>
              <a:rPr lang="en-US" sz="2000" dirty="0">
                <a:latin typeface="Garamond"/>
                <a:ea typeface="Calibri"/>
                <a:cs typeface="Calibri"/>
              </a:rPr>
              <a:t>: </a:t>
            </a:r>
            <a:r>
              <a:rPr lang="en-US" sz="2000" dirty="0">
                <a:latin typeface="Garamond"/>
                <a:ea typeface="+mn-lt"/>
                <a:cs typeface="+mn-lt"/>
              </a:rPr>
              <a:t>Single words treated as individual features. Works well when context between words is less important.</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err="1">
                <a:latin typeface="Garamond"/>
                <a:ea typeface="Calibri"/>
                <a:cs typeface="Calibri"/>
              </a:rPr>
              <a:t>Bigra</a:t>
            </a:r>
            <a:r>
              <a:rPr lang="en-US" sz="2000" b="1" dirty="0">
                <a:latin typeface="Garamond"/>
                <a:ea typeface="Calibri"/>
                <a:cs typeface="Calibri"/>
              </a:rPr>
              <a:t>   </a:t>
            </a:r>
            <a:r>
              <a:rPr lang="en-US" sz="2000" b="1" err="1">
                <a:latin typeface="Garamond"/>
                <a:ea typeface="Calibri"/>
                <a:cs typeface="Calibri"/>
              </a:rPr>
              <a:t>ms</a:t>
            </a:r>
            <a:r>
              <a:rPr lang="en-US" sz="2000" dirty="0">
                <a:latin typeface="Garamond"/>
                <a:ea typeface="Calibri"/>
                <a:cs typeface="Calibri"/>
              </a:rPr>
              <a:t>: </a:t>
            </a:r>
            <a:r>
              <a:rPr lang="en-US" sz="2000" dirty="0">
                <a:latin typeface="Garamond"/>
                <a:ea typeface="+mn-lt"/>
                <a:cs typeface="+mn-lt"/>
              </a:rPr>
              <a:t>Consecutive word pairs (2-grams).Captures short-term context and helps models detect meaningful phrases (e.g., “not good”, “very bad”).</a:t>
            </a:r>
            <a:endParaRPr lang="en-US" sz="2000" dirty="0">
              <a:latin typeface="Garamond"/>
              <a:ea typeface="Calibri"/>
              <a:cs typeface="Calibri"/>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N-grams:</a:t>
            </a:r>
            <a:r>
              <a:rPr lang="en-US" sz="2000" dirty="0">
                <a:latin typeface="Garamond"/>
                <a:ea typeface="+mn-lt"/>
                <a:cs typeface="+mn-lt"/>
              </a:rPr>
              <a:t> Captures word pairs (bigrams), triplets (trigrams) for more context.</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ndParaRPr>
          </a:p>
        </p:txBody>
      </p:sp>
    </p:spTree>
    <p:extLst>
      <p:ext uri="{BB962C8B-B14F-4D97-AF65-F5344CB8AC3E}">
        <p14:creationId xmlns:p14="http://schemas.microsoft.com/office/powerpoint/2010/main" val="295556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2CDE-2F67-9FF4-120C-19DF9E2B361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36D9C8C-1BB3-95B1-2117-4FBF765BCB9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C27BAA5-264A-ECAB-4C79-DD41DC1F4BA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Text Preprocessing</a:t>
            </a:r>
          </a:p>
        </p:txBody>
      </p:sp>
      <p:sp>
        <p:nvSpPr>
          <p:cNvPr id="3" name="Slide Number Placeholder 2">
            <a:extLst>
              <a:ext uri="{FF2B5EF4-FFF2-40B4-BE49-F238E27FC236}">
                <a16:creationId xmlns:a16="http://schemas.microsoft.com/office/drawing/2014/main" id="{C8736788-F42C-438A-32AB-3A179639CC33}"/>
              </a:ext>
            </a:extLst>
          </p:cNvPr>
          <p:cNvSpPr>
            <a:spLocks noGrp="1"/>
          </p:cNvSpPr>
          <p:nvPr>
            <p:ph type="sldNum" sz="quarter" idx="12"/>
          </p:nvPr>
        </p:nvSpPr>
        <p:spPr/>
        <p:txBody>
          <a:bodyPr/>
          <a:lstStyle/>
          <a:p>
            <a:fld id="{90BED8D0-0D45-49A6-AFAB-428A084FB54D}" type="slidenum">
              <a:rPr lang="en-US" smtClean="0"/>
              <a:t>7</a:t>
            </a:fld>
            <a:endParaRPr lang="en-US"/>
          </a:p>
        </p:txBody>
      </p:sp>
      <p:sp>
        <p:nvSpPr>
          <p:cNvPr id="4" name="Footer Placeholder 1">
            <a:extLst>
              <a:ext uri="{FF2B5EF4-FFF2-40B4-BE49-F238E27FC236}">
                <a16:creationId xmlns:a16="http://schemas.microsoft.com/office/drawing/2014/main" id="{D0B0FA2D-F809-6507-0C1D-C7F3675D460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5" name="TextBox 4">
            <a:extLst>
              <a:ext uri="{FF2B5EF4-FFF2-40B4-BE49-F238E27FC236}">
                <a16:creationId xmlns:a16="http://schemas.microsoft.com/office/drawing/2014/main" id="{82A99EAB-A31D-85F6-6C0E-7142516F79E0}"/>
              </a:ext>
            </a:extLst>
          </p:cNvPr>
          <p:cNvSpPr txBox="1"/>
          <p:nvPr/>
        </p:nvSpPr>
        <p:spPr>
          <a:xfrm>
            <a:off x="623840" y="1878267"/>
            <a:ext cx="1125410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Level 3</a:t>
            </a:r>
            <a:r>
              <a:rPr lang="en-US" sz="2000" dirty="0">
                <a:latin typeface="Garamond"/>
              </a:rPr>
              <a:t>: </a:t>
            </a:r>
            <a:r>
              <a:rPr lang="en-US" sz="2000" dirty="0">
                <a:latin typeface="Garamond"/>
                <a:ea typeface="+mn-lt"/>
                <a:cs typeface="+mn-lt"/>
              </a:rPr>
              <a:t>Embedding Representations</a:t>
            </a:r>
            <a:endParaRPr lang="en-US" sz="2000" dirty="0">
              <a:latin typeface="Garamond"/>
            </a:endParaRPr>
          </a:p>
          <a:p>
            <a:pPr marL="285750" indent="-285750">
              <a:buFont typeface="Wingdings"/>
              <a:buChar char="Ø"/>
            </a:pPr>
            <a:endParaRPr lang="en-US" sz="2000" dirty="0">
              <a:latin typeface="Garamond"/>
            </a:endParaRPr>
          </a:p>
          <a:p>
            <a:pPr marL="800100" lvl="1" indent="-342900">
              <a:buFont typeface="Arial"/>
              <a:buChar char="•"/>
            </a:pPr>
            <a:r>
              <a:rPr lang="en-US" sz="2000" b="1" dirty="0">
                <a:latin typeface="Garamond"/>
                <a:ea typeface="+mn-lt"/>
                <a:cs typeface="+mn-lt"/>
              </a:rPr>
              <a:t>Word2Vec &amp; </a:t>
            </a:r>
            <a:r>
              <a:rPr lang="en-US" sz="2000" b="1" err="1">
                <a:latin typeface="Garamond"/>
                <a:ea typeface="+mn-lt"/>
                <a:cs typeface="+mn-lt"/>
              </a:rPr>
              <a:t>GloVe</a:t>
            </a:r>
            <a:r>
              <a:rPr lang="en-US" sz="2000" b="1" dirty="0">
                <a:latin typeface="Garamond"/>
                <a:ea typeface="+mn-lt"/>
                <a:cs typeface="+mn-lt"/>
              </a:rPr>
              <a:t>:</a:t>
            </a:r>
            <a:r>
              <a:rPr lang="en-US" sz="2000" dirty="0">
                <a:latin typeface="Garamond"/>
                <a:ea typeface="+mn-lt"/>
                <a:cs typeface="+mn-lt"/>
              </a:rPr>
              <a:t> Convert words into dense vectors capturing meaning and similarity.</a:t>
            </a:r>
          </a:p>
          <a:p>
            <a:pPr marL="742950" lvl="1" indent="-285750">
              <a:buFont typeface="Arial"/>
              <a:buChar char="•"/>
            </a:pPr>
            <a:endParaRPr lang="en-US" sz="2000" dirty="0">
              <a:latin typeface="Garamond"/>
            </a:endParaRPr>
          </a:p>
          <a:p>
            <a:pPr marL="742950" lvl="1" indent="-285750">
              <a:buFont typeface="Arial"/>
              <a:buChar char="•"/>
            </a:pPr>
            <a:r>
              <a:rPr lang="en-US" sz="2000" b="1" dirty="0">
                <a:latin typeface="Garamond"/>
                <a:ea typeface="+mn-lt"/>
                <a:cs typeface="+mn-lt"/>
              </a:rPr>
              <a:t>Sentence Embeddings:</a:t>
            </a:r>
            <a:r>
              <a:rPr lang="en-US" sz="2000" dirty="0">
                <a:latin typeface="Garamond"/>
                <a:ea typeface="+mn-lt"/>
                <a:cs typeface="+mn-lt"/>
              </a:rPr>
              <a:t> Represent entire sentences (e.g., using Universal Sentence Encoder).</a:t>
            </a: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endParaRPr lang="en-US" sz="2000" dirty="0">
              <a:latin typeface="Garamond"/>
              <a:ea typeface="Calibri"/>
              <a:cs typeface="Calibri"/>
            </a:endParaRPr>
          </a:p>
        </p:txBody>
      </p:sp>
    </p:spTree>
    <p:extLst>
      <p:ext uri="{BB962C8B-B14F-4D97-AF65-F5344CB8AC3E}">
        <p14:creationId xmlns:p14="http://schemas.microsoft.com/office/powerpoint/2010/main" val="255850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E31C-31EC-C088-C160-7A97ACE72CD5}"/>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90A9728-6DF3-8AC0-CF11-0E912310813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BA1735A-EE10-0FC9-5129-BD7A0AE2955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Lexicon and Machine Learning</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3F6E4B-794E-B02C-37E9-567A3F9E8D91}"/>
              </a:ext>
            </a:extLst>
          </p:cNvPr>
          <p:cNvSpPr>
            <a:spLocks noGrp="1"/>
          </p:cNvSpPr>
          <p:nvPr>
            <p:ph type="sldNum" sz="quarter" idx="12"/>
          </p:nvPr>
        </p:nvSpPr>
        <p:spPr/>
        <p:txBody>
          <a:bodyPr/>
          <a:lstStyle/>
          <a:p>
            <a:fld id="{90BED8D0-0D45-49A6-AFAB-428A084FB54D}" type="slidenum">
              <a:rPr lang="en-US" smtClean="0"/>
              <a:t>8</a:t>
            </a:fld>
            <a:endParaRPr lang="en-US"/>
          </a:p>
        </p:txBody>
      </p:sp>
      <p:sp>
        <p:nvSpPr>
          <p:cNvPr id="4" name="Footer Placeholder 1">
            <a:extLst>
              <a:ext uri="{FF2B5EF4-FFF2-40B4-BE49-F238E27FC236}">
                <a16:creationId xmlns:a16="http://schemas.microsoft.com/office/drawing/2014/main" id="{004CDAA2-D5F6-A830-84DE-F73F6A64446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7" name="Picture 6">
            <a:extLst>
              <a:ext uri="{FF2B5EF4-FFF2-40B4-BE49-F238E27FC236}">
                <a16:creationId xmlns:a16="http://schemas.microsoft.com/office/drawing/2014/main" id="{509AA59D-B27C-56EF-BCEC-AE9CF68C0D07}"/>
              </a:ext>
            </a:extLst>
          </p:cNvPr>
          <p:cNvPicPr>
            <a:picLocks noChangeAspect="1"/>
          </p:cNvPicPr>
          <p:nvPr/>
        </p:nvPicPr>
        <p:blipFill>
          <a:blip r:embed="rId4"/>
          <a:stretch>
            <a:fillRect/>
          </a:stretch>
        </p:blipFill>
        <p:spPr>
          <a:xfrm>
            <a:off x="3757612" y="1066800"/>
            <a:ext cx="4676775" cy="4724400"/>
          </a:xfrm>
          <a:prstGeom prst="rect">
            <a:avLst/>
          </a:prstGeom>
        </p:spPr>
      </p:pic>
    </p:spTree>
    <p:extLst>
      <p:ext uri="{BB962C8B-B14F-4D97-AF65-F5344CB8AC3E}">
        <p14:creationId xmlns:p14="http://schemas.microsoft.com/office/powerpoint/2010/main" val="270909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C077-CB5A-6C4C-6927-635344EC1E5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37EF1C1-ECE8-7EFA-C07E-53C075C2D22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05BBEF6-C01D-E011-C4AA-6A002DDCC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922783-2CAB-86C4-2CD4-87876368C359}"/>
              </a:ext>
            </a:extLst>
          </p:cNvPr>
          <p:cNvSpPr txBox="1"/>
          <p:nvPr/>
        </p:nvSpPr>
        <p:spPr>
          <a:xfrm>
            <a:off x="881313" y="1340132"/>
            <a:ext cx="10429369" cy="3593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Lexicon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Do not require training on labeled data.</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Rely on predefined sentiment lexicons where each word is associated with a sentiment score.</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Sentiment of a sentence or document is calculated based on the aggregate scores of the words it contains.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Simple, interpretable, and useful for domains where labeled data is scarce.</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r>
              <a:rPr lang="en-US" sz="2000" dirty="0">
                <a:latin typeface="Garamond" panose="02020404030301010803" pitchFamily="18" charset="0"/>
                <a:ea typeface="+mn-lt"/>
                <a:cs typeface="+mn-lt"/>
              </a:rPr>
              <a:t>VADER =&gt;</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ED11214E-D87D-C60D-26F0-C71DFED53DD0}"/>
              </a:ext>
            </a:extLst>
          </p:cNvPr>
          <p:cNvSpPr>
            <a:spLocks noGrp="1"/>
          </p:cNvSpPr>
          <p:nvPr>
            <p:ph type="sldNum" sz="quarter" idx="12"/>
          </p:nvPr>
        </p:nvSpPr>
        <p:spPr/>
        <p:txBody>
          <a:bodyPr/>
          <a:lstStyle/>
          <a:p>
            <a:fld id="{90BED8D0-0D45-49A6-AFAB-428A084FB54D}" type="slidenum">
              <a:rPr lang="en-US" smtClean="0"/>
              <a:t>9</a:t>
            </a:fld>
            <a:endParaRPr lang="en-US"/>
          </a:p>
        </p:txBody>
      </p:sp>
      <p:sp>
        <p:nvSpPr>
          <p:cNvPr id="4" name="Footer Placeholder 1">
            <a:extLst>
              <a:ext uri="{FF2B5EF4-FFF2-40B4-BE49-F238E27FC236}">
                <a16:creationId xmlns:a16="http://schemas.microsoft.com/office/drawing/2014/main" id="{64FADC05-EA29-BA0E-ACE2-1A4C09CE6FFC}"/>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C3BE64-B719-8839-7A04-9C5E8CF861C3}"/>
                  </a:ext>
                </a:extLst>
              </p:cNvPr>
              <p:cNvSpPr txBox="1"/>
              <p:nvPr/>
            </p:nvSpPr>
            <p:spPr>
              <a:xfrm>
                <a:off x="2514600" y="4097566"/>
                <a:ext cx="6096000" cy="9723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𝐶𝑜𝑚𝑝𝑜𝑢𝑛𝑑</m:t>
                      </m:r>
                      <m:r>
                        <a:rPr lang="en-US" i="0">
                          <a:latin typeface="Cambria Math" panose="02040503050406030204" pitchFamily="18" charset="0"/>
                        </a:rPr>
                        <m:t> </m:t>
                      </m:r>
                      <m:r>
                        <a:rPr lang="en-US" i="1">
                          <a:latin typeface="Cambria Math" panose="02040503050406030204" pitchFamily="18" charset="0"/>
                        </a:rPr>
                        <m:t>𝑆𝑐𝑜𝑟𝑒</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nary>
                        </m:num>
                        <m:den>
                          <m:rad>
                            <m:radPr>
                              <m:degHide m:val="on"/>
                              <m:ctrlPr>
                                <a:rPr lang="en-US" i="1">
                                  <a:solidFill>
                                    <a:srgbClr val="836967"/>
                                  </a:solidFill>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0">
                                          <a:latin typeface="Cambria Math" panose="02040503050406030204" pitchFamily="18" charset="0"/>
                                        </a:rPr>
                                        <m:t>2</m:t>
                                      </m:r>
                                    </m:sup>
                                  </m:sSubSup>
                                  <m:r>
                                    <a:rPr lang="en-US" i="0">
                                      <a:latin typeface="Cambria Math" panose="02040503050406030204" pitchFamily="18" charset="0"/>
                                    </a:rPr>
                                    <m:t>+ </m:t>
                                  </m:r>
                                  <m:r>
                                    <a:rPr lang="en-US" i="1">
                                      <a:latin typeface="Cambria Math" panose="02040503050406030204" pitchFamily="18" charset="0"/>
                                    </a:rPr>
                                    <m:t>𝛼</m:t>
                                  </m:r>
                                </m:e>
                              </m:nary>
                            </m:e>
                          </m:rad>
                        </m:den>
                      </m:f>
                    </m:oMath>
                  </m:oMathPara>
                </a14:m>
                <a:endParaRPr lang="en-US" dirty="0"/>
              </a:p>
            </p:txBody>
          </p:sp>
        </mc:Choice>
        <mc:Fallback xmlns="">
          <p:sp>
            <p:nvSpPr>
              <p:cNvPr id="10" name="TextBox 9">
                <a:extLst>
                  <a:ext uri="{FF2B5EF4-FFF2-40B4-BE49-F238E27FC236}">
                    <a16:creationId xmlns:a16="http://schemas.microsoft.com/office/drawing/2014/main" id="{30C3BE64-B719-8839-7A04-9C5E8CF861C3}"/>
                  </a:ext>
                </a:extLst>
              </p:cNvPr>
              <p:cNvSpPr txBox="1">
                <a:spLocks noRot="1" noChangeAspect="1" noMove="1" noResize="1" noEditPoints="1" noAdjustHandles="1" noChangeArrowheads="1" noChangeShapeType="1" noTextEdit="1"/>
              </p:cNvSpPr>
              <p:nvPr/>
            </p:nvSpPr>
            <p:spPr>
              <a:xfrm>
                <a:off x="2514600" y="4097566"/>
                <a:ext cx="6096000" cy="97238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9935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D32-7FA4-66A4-55D7-D6B2E2823ECC}"/>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4729310-6F21-4CBD-5A41-84B5969C590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A0531B2-6A98-E9BA-74A7-2CE1748A8F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765EF4-6235-ECEB-07A4-01910DBEAFFD}"/>
              </a:ext>
            </a:extLst>
          </p:cNvPr>
          <p:cNvSpPr txBox="1"/>
          <p:nvPr/>
        </p:nvSpPr>
        <p:spPr>
          <a:xfrm>
            <a:off x="881313" y="1340132"/>
            <a:ext cx="10429369" cy="45679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Machine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Require labeled data for training models to learn sentiment patterns.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Convert text into numerical features using techniques like </a:t>
            </a:r>
            <a:r>
              <a:rPr lang="en-US" sz="2000" dirty="0" err="1">
                <a:latin typeface="Garamond" panose="02020404030301010803" pitchFamily="18" charset="0"/>
                <a:ea typeface="+mn-lt"/>
                <a:cs typeface="+mn-lt"/>
              </a:rPr>
              <a:t>CountVectorizer</a:t>
            </a:r>
            <a:r>
              <a:rPr lang="en-US" sz="2000" dirty="0">
                <a:latin typeface="Garamond" panose="02020404030301010803" pitchFamily="18" charset="0"/>
                <a:ea typeface="+mn-lt"/>
                <a:cs typeface="+mn-lt"/>
              </a:rPr>
              <a:t> or TF-IDF.</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Learn patterns and decision boundaries using algorithms like:</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Naive Bayes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Logistic Regression</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Support Vector Machines (SVM)</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Decision Tree / Random Forest</a:t>
            </a:r>
          </a:p>
          <a:p>
            <a:pPr marL="1085850" lvl="1" indent="-342900" algn="just">
              <a:spcAft>
                <a:spcPts val="100"/>
              </a:spcAft>
              <a:buFont typeface="Arial" panose="020B0604020202020204" pitchFamily="34" charset="0"/>
              <a:buChar char="•"/>
            </a:pPr>
            <a:endParaRPr lang="en-US" sz="2000"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Can generalize better than lexicon methods on large, diverse datasets.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More flexible and customizable, but may require more computational resources.</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D87FBD2C-A369-7424-47A9-5098AA227FBF}"/>
              </a:ext>
            </a:extLst>
          </p:cNvPr>
          <p:cNvSpPr>
            <a:spLocks noGrp="1"/>
          </p:cNvSpPr>
          <p:nvPr>
            <p:ph type="sldNum" sz="quarter" idx="12"/>
          </p:nvPr>
        </p:nvSpPr>
        <p:spPr/>
        <p:txBody>
          <a:bodyPr/>
          <a:lstStyle/>
          <a:p>
            <a:fld id="{90BED8D0-0D45-49A6-AFAB-428A084FB54D}" type="slidenum">
              <a:rPr lang="en-US" smtClean="0"/>
              <a:t>10</a:t>
            </a:fld>
            <a:endParaRPr lang="en-US"/>
          </a:p>
        </p:txBody>
      </p:sp>
      <p:sp>
        <p:nvSpPr>
          <p:cNvPr id="4" name="Footer Placeholder 1">
            <a:extLst>
              <a:ext uri="{FF2B5EF4-FFF2-40B4-BE49-F238E27FC236}">
                <a16:creationId xmlns:a16="http://schemas.microsoft.com/office/drawing/2014/main" id="{831DC6C2-7BDA-C06E-9F89-B4CCF89A115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842551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1D9A-BD68-9C26-E0FB-889C6D022787}"/>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49E4AA0-39BE-D9A9-7502-ADFF975F44B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694D607-CCE1-D5C5-C5A8-0A6963CA1C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Workflow</a:t>
            </a:r>
          </a:p>
        </p:txBody>
      </p:sp>
      <p:sp>
        <p:nvSpPr>
          <p:cNvPr id="3" name="Slide Number Placeholder 2">
            <a:extLst>
              <a:ext uri="{FF2B5EF4-FFF2-40B4-BE49-F238E27FC236}">
                <a16:creationId xmlns:a16="http://schemas.microsoft.com/office/drawing/2014/main" id="{036F91DB-35B7-15FC-8800-B3B83575B6B2}"/>
              </a:ext>
            </a:extLst>
          </p:cNvPr>
          <p:cNvSpPr>
            <a:spLocks noGrp="1"/>
          </p:cNvSpPr>
          <p:nvPr>
            <p:ph type="sldNum" sz="quarter" idx="12"/>
          </p:nvPr>
        </p:nvSpPr>
        <p:spPr/>
        <p:txBody>
          <a:bodyPr/>
          <a:lstStyle/>
          <a:p>
            <a:fld id="{90BED8D0-0D45-49A6-AFAB-428A084FB54D}" type="slidenum">
              <a:rPr lang="en-US" smtClean="0"/>
              <a:t>11</a:t>
            </a:fld>
            <a:endParaRPr lang="en-US"/>
          </a:p>
        </p:txBody>
      </p:sp>
      <p:sp>
        <p:nvSpPr>
          <p:cNvPr id="4" name="Footer Placeholder 1">
            <a:extLst>
              <a:ext uri="{FF2B5EF4-FFF2-40B4-BE49-F238E27FC236}">
                <a16:creationId xmlns:a16="http://schemas.microsoft.com/office/drawing/2014/main" id="{4BAEEE6E-1C2D-3B6F-BBD9-C1A3AC0316B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diagram of a method&#10;&#10;AI-generated content may be incorrect.">
            <a:extLst>
              <a:ext uri="{FF2B5EF4-FFF2-40B4-BE49-F238E27FC236}">
                <a16:creationId xmlns:a16="http://schemas.microsoft.com/office/drawing/2014/main" id="{6CCC34DC-75DC-2F57-69B8-706DF6B1F5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4123" y="787221"/>
            <a:ext cx="4603750" cy="5637392"/>
          </a:xfrm>
          <a:prstGeom prst="rect">
            <a:avLst/>
          </a:prstGeom>
          <a:noFill/>
          <a:ln>
            <a:noFill/>
          </a:ln>
        </p:spPr>
      </p:pic>
    </p:spTree>
    <p:extLst>
      <p:ext uri="{BB962C8B-B14F-4D97-AF65-F5344CB8AC3E}">
        <p14:creationId xmlns:p14="http://schemas.microsoft.com/office/powerpoint/2010/main" val="2269654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DD685-F0A3-3E03-8A3E-82437857F9A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B5B1407-4D88-60E8-961F-FB56E7151B09}"/>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B7FCD8-1D45-0D15-F27B-1B7D5D19C19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FFFDA43E-4482-9DFD-7A1E-FD1D3E74C8A4}"/>
              </a:ext>
            </a:extLst>
          </p:cNvPr>
          <p:cNvSpPr>
            <a:spLocks noGrp="1"/>
          </p:cNvSpPr>
          <p:nvPr>
            <p:ph type="sldNum" sz="quarter" idx="12"/>
          </p:nvPr>
        </p:nvSpPr>
        <p:spPr/>
        <p:txBody>
          <a:bodyPr/>
          <a:lstStyle/>
          <a:p>
            <a:fld id="{90BED8D0-0D45-49A6-AFAB-428A084FB54D}" type="slidenum">
              <a:rPr lang="en-US" smtClean="0"/>
              <a:t>12</a:t>
            </a:fld>
            <a:endParaRPr lang="en-US"/>
          </a:p>
        </p:txBody>
      </p:sp>
      <p:sp>
        <p:nvSpPr>
          <p:cNvPr id="4" name="Footer Placeholder 1">
            <a:extLst>
              <a:ext uri="{FF2B5EF4-FFF2-40B4-BE49-F238E27FC236}">
                <a16:creationId xmlns:a16="http://schemas.microsoft.com/office/drawing/2014/main" id="{2833E951-3C08-5040-2395-29443486872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5" name="Picture 4" descr="A group of pie charts&#10;&#10;AI-generated content may be incorrect.">
            <a:extLst>
              <a:ext uri="{FF2B5EF4-FFF2-40B4-BE49-F238E27FC236}">
                <a16:creationId xmlns:a16="http://schemas.microsoft.com/office/drawing/2014/main" id="{6527D5DF-3441-AE50-D68E-DECC48C9CB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8039" y="905966"/>
            <a:ext cx="6875917" cy="4832078"/>
          </a:xfrm>
          <a:prstGeom prst="rect">
            <a:avLst/>
          </a:prstGeom>
        </p:spPr>
      </p:pic>
    </p:spTree>
    <p:extLst>
      <p:ext uri="{BB962C8B-B14F-4D97-AF65-F5344CB8AC3E}">
        <p14:creationId xmlns:p14="http://schemas.microsoft.com/office/powerpoint/2010/main" val="4232171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13CD-9837-FBE9-3F56-5DDE41926B7F}"/>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3E0C3D1-D49F-17FC-957D-88E8479ACC4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BB7013-5C80-FA3D-1DCA-1D2C0EDC57F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9003AEE5-C478-B931-4390-5CB82D00C3EB}"/>
              </a:ext>
            </a:extLst>
          </p:cNvPr>
          <p:cNvSpPr>
            <a:spLocks noGrp="1"/>
          </p:cNvSpPr>
          <p:nvPr>
            <p:ph type="sldNum" sz="quarter" idx="12"/>
          </p:nvPr>
        </p:nvSpPr>
        <p:spPr/>
        <p:txBody>
          <a:bodyPr/>
          <a:lstStyle/>
          <a:p>
            <a:fld id="{90BED8D0-0D45-49A6-AFAB-428A084FB54D}" type="slidenum">
              <a:rPr lang="en-US" smtClean="0"/>
              <a:t>13</a:t>
            </a:fld>
            <a:endParaRPr lang="en-US"/>
          </a:p>
        </p:txBody>
      </p:sp>
      <p:sp>
        <p:nvSpPr>
          <p:cNvPr id="4" name="Footer Placeholder 1">
            <a:extLst>
              <a:ext uri="{FF2B5EF4-FFF2-40B4-BE49-F238E27FC236}">
                <a16:creationId xmlns:a16="http://schemas.microsoft.com/office/drawing/2014/main" id="{8395A64F-EB58-20F5-CDC8-4BA6AD605358}"/>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table with rows of rows&#10;&#10;AI-generated content may be incorrect.">
            <a:extLst>
              <a:ext uri="{FF2B5EF4-FFF2-40B4-BE49-F238E27FC236}">
                <a16:creationId xmlns:a16="http://schemas.microsoft.com/office/drawing/2014/main" id="{1486EF55-AFEC-CC4A-B995-B9808EB905CD}"/>
              </a:ext>
            </a:extLst>
          </p:cNvPr>
          <p:cNvPicPr>
            <a:picLocks noChangeAspect="1"/>
          </p:cNvPicPr>
          <p:nvPr/>
        </p:nvPicPr>
        <p:blipFill rotWithShape="1">
          <a:blip r:embed="rId4">
            <a:extLst>
              <a:ext uri="{28A0092B-C50C-407E-A947-70E740481C1C}">
                <a14:useLocalDpi xmlns:a14="http://schemas.microsoft.com/office/drawing/2010/main" val="0"/>
              </a:ext>
            </a:extLst>
          </a:blip>
          <a:srcRect t="36249" b="32495"/>
          <a:stretch/>
        </p:blipFill>
        <p:spPr bwMode="auto">
          <a:xfrm>
            <a:off x="1523997" y="929393"/>
            <a:ext cx="9564127" cy="1328351"/>
          </a:xfrm>
          <a:prstGeom prst="rect">
            <a:avLst/>
          </a:prstGeom>
          <a:noFill/>
          <a:ln>
            <a:noFill/>
          </a:ln>
          <a:extLst>
            <a:ext uri="{53640926-AAD7-44D8-BBD7-CCE9431645EC}">
              <a14:shadowObscured xmlns:a14="http://schemas.microsoft.com/office/drawing/2010/main"/>
            </a:ext>
          </a:extLst>
        </p:spPr>
      </p:pic>
      <p:graphicFrame>
        <p:nvGraphicFramePr>
          <p:cNvPr id="6" name="Table 5">
            <a:extLst>
              <a:ext uri="{FF2B5EF4-FFF2-40B4-BE49-F238E27FC236}">
                <a16:creationId xmlns:a16="http://schemas.microsoft.com/office/drawing/2014/main" id="{12E7A525-88A3-578B-0177-9F45B02D2294}"/>
              </a:ext>
            </a:extLst>
          </p:cNvPr>
          <p:cNvGraphicFramePr>
            <a:graphicFrameLocks noGrp="1"/>
          </p:cNvGraphicFramePr>
          <p:nvPr>
            <p:extLst>
              <p:ext uri="{D42A27DB-BD31-4B8C-83A1-F6EECF244321}">
                <p14:modId xmlns:p14="http://schemas.microsoft.com/office/powerpoint/2010/main" val="95506684"/>
              </p:ext>
            </p:extLst>
          </p:nvPr>
        </p:nvGraphicFramePr>
        <p:xfrm>
          <a:off x="457199" y="2518638"/>
          <a:ext cx="11280371" cy="3708400"/>
        </p:xfrm>
        <a:graphic>
          <a:graphicData uri="http://schemas.openxmlformats.org/drawingml/2006/table">
            <a:tbl>
              <a:tblPr firstRow="1" bandRow="1">
                <a:tableStyleId>{8799B23B-EC83-4686-B30A-512413B5E67A}</a:tableStyleId>
              </a:tblPr>
              <a:tblGrid>
                <a:gridCol w="2504379">
                  <a:extLst>
                    <a:ext uri="{9D8B030D-6E8A-4147-A177-3AD203B41FA5}">
                      <a16:colId xmlns:a16="http://schemas.microsoft.com/office/drawing/2014/main" val="3313095795"/>
                    </a:ext>
                  </a:extLst>
                </a:gridCol>
                <a:gridCol w="2193998">
                  <a:extLst>
                    <a:ext uri="{9D8B030D-6E8A-4147-A177-3AD203B41FA5}">
                      <a16:colId xmlns:a16="http://schemas.microsoft.com/office/drawing/2014/main" val="2650365106"/>
                    </a:ext>
                  </a:extLst>
                </a:gridCol>
                <a:gridCol w="2193998">
                  <a:extLst>
                    <a:ext uri="{9D8B030D-6E8A-4147-A177-3AD203B41FA5}">
                      <a16:colId xmlns:a16="http://schemas.microsoft.com/office/drawing/2014/main" val="3237762916"/>
                    </a:ext>
                  </a:extLst>
                </a:gridCol>
                <a:gridCol w="2193998">
                  <a:extLst>
                    <a:ext uri="{9D8B030D-6E8A-4147-A177-3AD203B41FA5}">
                      <a16:colId xmlns:a16="http://schemas.microsoft.com/office/drawing/2014/main" val="1599616153"/>
                    </a:ext>
                  </a:extLst>
                </a:gridCol>
                <a:gridCol w="2193998">
                  <a:extLst>
                    <a:ext uri="{9D8B030D-6E8A-4147-A177-3AD203B41FA5}">
                      <a16:colId xmlns:a16="http://schemas.microsoft.com/office/drawing/2014/main" val="709816879"/>
                    </a:ext>
                  </a:extLst>
                </a:gridCol>
              </a:tblGrid>
              <a:tr h="370840">
                <a:tc>
                  <a:txBody>
                    <a:bodyPr/>
                    <a:lstStyle/>
                    <a:p>
                      <a:pPr algn="ctr"/>
                      <a:r>
                        <a:rPr lang="en-US" dirty="0" err="1">
                          <a:latin typeface="Garamond" panose="02020404030301010803" pitchFamily="18" charset="0"/>
                        </a:rPr>
                        <a:t>File_name</a:t>
                      </a:r>
                      <a:endParaRPr lang="en-US" dirty="0">
                        <a:latin typeface="Garamond" panose="02020404030301010803" pitchFamily="18" charset="0"/>
                      </a:endParaRPr>
                    </a:p>
                  </a:txBody>
                  <a:tcPr/>
                </a:tc>
                <a:tc>
                  <a:txBody>
                    <a:bodyPr/>
                    <a:lstStyle/>
                    <a:p>
                      <a:pPr algn="ctr"/>
                      <a:r>
                        <a:rPr lang="en-US" dirty="0" err="1">
                          <a:latin typeface="Garamond" panose="02020404030301010803" pitchFamily="18" charset="0"/>
                        </a:rPr>
                        <a:t>Total_rows</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Positive</a:t>
                      </a:r>
                    </a:p>
                  </a:txBody>
                  <a:tcPr/>
                </a:tc>
                <a:tc>
                  <a:txBody>
                    <a:bodyPr/>
                    <a:lstStyle/>
                    <a:p>
                      <a:pPr algn="ctr"/>
                      <a:r>
                        <a:rPr lang="en-US" dirty="0">
                          <a:latin typeface="Garamond" panose="02020404030301010803" pitchFamily="18" charset="0"/>
                        </a:rPr>
                        <a:t>Negative</a:t>
                      </a:r>
                    </a:p>
                  </a:txBody>
                  <a:tcPr/>
                </a:tc>
                <a:tc>
                  <a:txBody>
                    <a:bodyPr/>
                    <a:lstStyle/>
                    <a:p>
                      <a:pPr algn="ctr"/>
                      <a:r>
                        <a:rPr lang="en-US" dirty="0">
                          <a:latin typeface="Garamond" panose="02020404030301010803" pitchFamily="18" charset="0"/>
                        </a:rPr>
                        <a:t>Neutral</a:t>
                      </a:r>
                    </a:p>
                  </a:txBody>
                  <a:tcPr/>
                </a:tc>
                <a:extLst>
                  <a:ext uri="{0D108BD9-81ED-4DB2-BD59-A6C34878D82A}">
                    <a16:rowId xmlns:a16="http://schemas.microsoft.com/office/drawing/2014/main" val="901205778"/>
                  </a:ext>
                </a:extLst>
              </a:tr>
              <a:tr h="370840">
                <a:tc>
                  <a:txBody>
                    <a:bodyPr/>
                    <a:lstStyle/>
                    <a:p>
                      <a:r>
                        <a:rPr lang="en-US" dirty="0" err="1">
                          <a:latin typeface="Garamond" panose="02020404030301010803" pitchFamily="18" charset="0"/>
                        </a:rPr>
                        <a:t>Yelp_train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42063</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extLst>
                  <a:ext uri="{0D108BD9-81ED-4DB2-BD59-A6C34878D82A}">
                    <a16:rowId xmlns:a16="http://schemas.microsoft.com/office/drawing/2014/main" val="585049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35205431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22000325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7344</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extLst>
                  <a:ext uri="{0D108BD9-81ED-4DB2-BD59-A6C34878D82A}">
                    <a16:rowId xmlns:a16="http://schemas.microsoft.com/office/drawing/2014/main" val="2021020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1472353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2365510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49407</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extLst>
                  <a:ext uri="{0D108BD9-81ED-4DB2-BD59-A6C34878D82A}">
                    <a16:rowId xmlns:a16="http://schemas.microsoft.com/office/drawing/2014/main" val="38198813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650056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163601807"/>
                  </a:ext>
                </a:extLst>
              </a:tr>
            </a:tbl>
          </a:graphicData>
        </a:graphic>
      </p:graphicFrame>
    </p:spTree>
    <p:extLst>
      <p:ext uri="{BB962C8B-B14F-4D97-AF65-F5344CB8AC3E}">
        <p14:creationId xmlns:p14="http://schemas.microsoft.com/office/powerpoint/2010/main" val="6547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6173-8645-1F9B-192B-401CC5F979C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4D8D49-284B-A04E-0267-35EF76053BE0}"/>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4670642F-3FA3-B9CD-5DF9-5FD255A7D1A5}"/>
              </a:ext>
            </a:extLst>
          </p:cNvPr>
          <p:cNvSpPr>
            <a:spLocks noGrp="1"/>
          </p:cNvSpPr>
          <p:nvPr>
            <p:ph type="sldNum" sz="quarter" idx="12"/>
          </p:nvPr>
        </p:nvSpPr>
        <p:spPr/>
        <p:txBody>
          <a:bodyPr/>
          <a:lstStyle/>
          <a:p>
            <a:fld id="{90BED8D0-0D45-49A6-AFAB-428A084FB54D}" type="slidenum">
              <a:rPr lang="en-US" smtClean="0"/>
              <a:t>14</a:t>
            </a:fld>
            <a:endParaRPr lang="en-US"/>
          </a:p>
        </p:txBody>
      </p:sp>
      <p:pic>
        <p:nvPicPr>
          <p:cNvPr id="5" name="Picture 4" descr="Higher Ed Marketing | USD Case Study | Sextant Marketing">
            <a:extLst>
              <a:ext uri="{FF2B5EF4-FFF2-40B4-BE49-F238E27FC236}">
                <a16:creationId xmlns:a16="http://schemas.microsoft.com/office/drawing/2014/main" id="{AC1284BE-FC0C-AF41-0EAA-EA0829DE4CB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3E3A7-1EBB-BCDE-E85C-F5BF839E6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4" name="TextBox 3">
            <a:extLst>
              <a:ext uri="{FF2B5EF4-FFF2-40B4-BE49-F238E27FC236}">
                <a16:creationId xmlns:a16="http://schemas.microsoft.com/office/drawing/2014/main" id="{EF30B3EA-FD14-708E-05CF-A32D8EE5D766}"/>
              </a:ext>
            </a:extLst>
          </p:cNvPr>
          <p:cNvSpPr txBox="1"/>
          <p:nvPr/>
        </p:nvSpPr>
        <p:spPr>
          <a:xfrm>
            <a:off x="517774" y="1580727"/>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 Using VADER</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first experiment employed the VADER (Valence Aware Dictionary and </a:t>
            </a:r>
            <a:r>
              <a:rPr lang="en-US" sz="2000" dirty="0" err="1">
                <a:latin typeface="Garamond"/>
                <a:ea typeface="+mn-lt"/>
                <a:cs typeface="+mn-lt"/>
              </a:rPr>
              <a:t>sEntiment</a:t>
            </a:r>
            <a:r>
              <a:rPr lang="en-US" sz="2000" dirty="0">
                <a:latin typeface="Garamond"/>
                <a:ea typeface="+mn-lt"/>
                <a:cs typeface="+mn-lt"/>
              </a:rPr>
              <a:t> Reasoner), which</a:t>
            </a:r>
            <a:endParaRPr lang="en-US" sz="2000">
              <a:latin typeface="Garamond"/>
            </a:endParaRPr>
          </a:p>
          <a:p>
            <a:pPr lvl="1" algn="just"/>
            <a:r>
              <a:rPr lang="en-US" sz="2000" dirty="0">
                <a:latin typeface="Garamond"/>
                <a:ea typeface="+mn-lt"/>
                <a:cs typeface="+mn-lt"/>
              </a:rPr>
              <a:t>is a lexicon and rule-based sentiment analysis tool, particularly optimized for microtext like tweets. Each</a:t>
            </a:r>
            <a:endParaRPr lang="en-US" sz="2000">
              <a:latin typeface="Garamond"/>
            </a:endParaRPr>
          </a:p>
          <a:p>
            <a:pPr lvl="1" algn="just"/>
            <a:r>
              <a:rPr lang="en-US" sz="2000" dirty="0">
                <a:latin typeface="Garamond"/>
                <a:ea typeface="+mn-lt"/>
                <a:cs typeface="+mn-lt"/>
              </a:rPr>
              <a:t>word in the VADER lexicon is assigned a valence score between -4 (most negative) and +4 (most</a:t>
            </a:r>
            <a:endParaRPr lang="en-US" sz="2000">
              <a:latin typeface="Garamond"/>
            </a:endParaRPr>
          </a:p>
          <a:p>
            <a:pPr lvl="1" algn="just"/>
            <a:r>
              <a:rPr lang="en-US" sz="2000" dirty="0">
                <a:latin typeface="Garamond"/>
                <a:ea typeface="+mn-lt"/>
                <a:cs typeface="+mn-lt"/>
              </a:rPr>
              <a:t>positive).</a:t>
            </a:r>
            <a:endParaRPr lang="en-US" sz="2000" dirty="0">
              <a:latin typeface="Garamond"/>
            </a:endParaRPr>
          </a:p>
          <a:p>
            <a:pPr lvl="1" algn="just"/>
            <a:endParaRPr lang="en-US" sz="2000" dirty="0">
              <a:latin typeface="Garamond"/>
              <a:ea typeface="Calibri" panose="020F0502020204030204"/>
              <a:cs typeface="Calibri" panose="020F0502020204030204"/>
            </a:endParaRPr>
          </a:p>
        </p:txBody>
      </p:sp>
      <p:pic>
        <p:nvPicPr>
          <p:cNvPr id="8" name="Picture 7" descr="A close-up of words&#10;&#10;AI-generated content may be incorrect.">
            <a:extLst>
              <a:ext uri="{FF2B5EF4-FFF2-40B4-BE49-F238E27FC236}">
                <a16:creationId xmlns:a16="http://schemas.microsoft.com/office/drawing/2014/main" id="{3807D540-FA1B-9F70-49F1-9FA4FD1C9C17}"/>
              </a:ext>
            </a:extLst>
          </p:cNvPr>
          <p:cNvPicPr>
            <a:picLocks noChangeAspect="1"/>
          </p:cNvPicPr>
          <p:nvPr/>
        </p:nvPicPr>
        <p:blipFill>
          <a:blip r:embed="rId3"/>
          <a:stretch>
            <a:fillRect/>
          </a:stretch>
        </p:blipFill>
        <p:spPr>
          <a:xfrm>
            <a:off x="1369218" y="3826300"/>
            <a:ext cx="9072563" cy="1408055"/>
          </a:xfrm>
          <a:prstGeom prst="rect">
            <a:avLst/>
          </a:prstGeom>
        </p:spPr>
      </p:pic>
    </p:spTree>
    <p:extLst>
      <p:ext uri="{BB962C8B-B14F-4D97-AF65-F5344CB8AC3E}">
        <p14:creationId xmlns:p14="http://schemas.microsoft.com/office/powerpoint/2010/main" val="195570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CB1E37-D0BD-76A9-8852-8ECD8D4EC7D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42C28B-D137-9E87-9D41-D4ED8054FEC6}"/>
              </a:ext>
            </a:extLst>
          </p:cNvPr>
          <p:cNvSpPr>
            <a:spLocks noGrp="1"/>
          </p:cNvSpPr>
          <p:nvPr>
            <p:ph type="sldNum" sz="quarter" idx="12"/>
          </p:nvPr>
        </p:nvSpPr>
        <p:spPr/>
        <p:txBody>
          <a:bodyPr/>
          <a:lstStyle/>
          <a:p>
            <a:fld id="{90BED8D0-0D45-49A6-AFAB-428A084FB54D}" type="slidenum">
              <a:rPr lang="en-US" smtClean="0"/>
              <a:t>15</a:t>
            </a:fld>
            <a:endParaRPr lang="en-US"/>
          </a:p>
        </p:txBody>
      </p:sp>
      <p:pic>
        <p:nvPicPr>
          <p:cNvPr id="5" name="Picture 4" descr="Higher Ed Marketing | USD Case Study | Sextant Marketing">
            <a:extLst>
              <a:ext uri="{FF2B5EF4-FFF2-40B4-BE49-F238E27FC236}">
                <a16:creationId xmlns:a16="http://schemas.microsoft.com/office/drawing/2014/main" id="{DE693D1B-7F97-5A6A-B83D-308EF643C3D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A7721D-41CF-0A3C-F63A-A038A3E6475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0" name="TextBox 9">
            <a:extLst>
              <a:ext uri="{FF2B5EF4-FFF2-40B4-BE49-F238E27FC236}">
                <a16:creationId xmlns:a16="http://schemas.microsoft.com/office/drawing/2014/main" id="{4FB37850-2B67-0A1C-71A4-FCE23E835587}"/>
              </a:ext>
            </a:extLst>
          </p:cNvPr>
          <p:cNvSpPr txBox="1"/>
          <p:nvPr/>
        </p:nvSpPr>
        <p:spPr>
          <a:xfrm>
            <a:off x="517774" y="949696"/>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2: Using AFINN</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second experiment used the AFINN lexicon, which assigns integer scores to words ranging from -5</a:t>
            </a:r>
            <a:endParaRPr lang="en-US" sz="2000">
              <a:latin typeface="Garamond"/>
            </a:endParaRPr>
          </a:p>
          <a:p>
            <a:pPr lvl="1" algn="just"/>
            <a:r>
              <a:rPr lang="en-US" sz="2000" dirty="0">
                <a:latin typeface="Garamond"/>
                <a:ea typeface="+mn-lt"/>
                <a:cs typeface="+mn-lt"/>
              </a:rPr>
              <a:t>to +5. The overall sentiment of a sentence is computed as the sum of the scores of all matching words in</a:t>
            </a:r>
            <a:endParaRPr lang="en-US" sz="2000">
              <a:latin typeface="Garamond"/>
              <a:ea typeface="+mn-lt"/>
              <a:cs typeface="+mn-lt"/>
            </a:endParaRPr>
          </a:p>
          <a:p>
            <a:pPr lvl="1" algn="just"/>
            <a:r>
              <a:rPr lang="en-US" sz="2000" dirty="0">
                <a:latin typeface="Garamond"/>
                <a:ea typeface="+mn-lt"/>
                <a:cs typeface="+mn-lt"/>
              </a:rPr>
              <a:t>the text.</a:t>
            </a:r>
            <a:endParaRPr lang="en-US" sz="200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1" name="Picture 10" descr="A close-up of a text&#10;&#10;AI-generated content may be incorrect.">
            <a:extLst>
              <a:ext uri="{FF2B5EF4-FFF2-40B4-BE49-F238E27FC236}">
                <a16:creationId xmlns:a16="http://schemas.microsoft.com/office/drawing/2014/main" id="{9A86ED45-0FDC-666F-38F5-8F17A5D55A46}"/>
              </a:ext>
            </a:extLst>
          </p:cNvPr>
          <p:cNvPicPr>
            <a:picLocks noChangeAspect="1"/>
          </p:cNvPicPr>
          <p:nvPr/>
        </p:nvPicPr>
        <p:blipFill>
          <a:blip r:embed="rId3"/>
          <a:stretch>
            <a:fillRect/>
          </a:stretch>
        </p:blipFill>
        <p:spPr>
          <a:xfrm>
            <a:off x="2642956" y="2276867"/>
            <a:ext cx="5797306" cy="1023130"/>
          </a:xfrm>
          <a:prstGeom prst="rect">
            <a:avLst/>
          </a:prstGeom>
        </p:spPr>
      </p:pic>
      <p:sp>
        <p:nvSpPr>
          <p:cNvPr id="12" name="TextBox 11">
            <a:extLst>
              <a:ext uri="{FF2B5EF4-FFF2-40B4-BE49-F238E27FC236}">
                <a16:creationId xmlns:a16="http://schemas.microsoft.com/office/drawing/2014/main" id="{F64E2AA1-A5B2-0F48-53BA-033CD4EBA12D}"/>
              </a:ext>
            </a:extLst>
          </p:cNvPr>
          <p:cNvSpPr txBox="1"/>
          <p:nvPr/>
        </p:nvSpPr>
        <p:spPr>
          <a:xfrm>
            <a:off x="517773" y="3301180"/>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3: Using </a:t>
            </a:r>
            <a:r>
              <a:rPr lang="en-US" sz="2000" b="1" err="1">
                <a:latin typeface="Garamond"/>
                <a:ea typeface="Calibri" panose="020F0502020204030204"/>
                <a:cs typeface="Calibri" panose="020F0502020204030204"/>
              </a:rPr>
              <a:t>SentiWordNet</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third experiment utilized </a:t>
            </a:r>
            <a:r>
              <a:rPr lang="en-US" sz="2000" err="1">
                <a:latin typeface="Garamond"/>
                <a:ea typeface="+mn-lt"/>
                <a:cs typeface="+mn-lt"/>
              </a:rPr>
              <a:t>SentiWordNet</a:t>
            </a:r>
            <a:r>
              <a:rPr lang="en-US" sz="2000" dirty="0">
                <a:latin typeface="Garamond"/>
                <a:ea typeface="+mn-lt"/>
                <a:cs typeface="+mn-lt"/>
              </a:rPr>
              <a:t>, an extension of WordNet in which each </a:t>
            </a:r>
            <a:r>
              <a:rPr lang="en-US" sz="2000" err="1">
                <a:latin typeface="Garamond"/>
                <a:ea typeface="+mn-lt"/>
                <a:cs typeface="+mn-lt"/>
              </a:rPr>
              <a:t>synset</a:t>
            </a:r>
            <a:r>
              <a:rPr lang="en-US" sz="2000" dirty="0">
                <a:latin typeface="Garamond"/>
                <a:ea typeface="+mn-lt"/>
                <a:cs typeface="+mn-lt"/>
              </a:rPr>
              <a:t> (group of</a:t>
            </a:r>
            <a:endParaRPr lang="en-US" sz="2000" dirty="0">
              <a:latin typeface="Garamond"/>
            </a:endParaRPr>
          </a:p>
          <a:p>
            <a:pPr lvl="1" algn="just"/>
            <a:r>
              <a:rPr lang="en-US" sz="2000" dirty="0">
                <a:latin typeface="Garamond"/>
                <a:ea typeface="+mn-lt"/>
                <a:cs typeface="+mn-lt"/>
              </a:rPr>
              <a:t>synonyms) is assigned three sentiment scores: positivity, negativity, and objectivity.</a:t>
            </a:r>
            <a:endParaRPr lang="en-US" dirty="0">
              <a:latin typeface="Garamond"/>
              <a:ea typeface="+mn-lt"/>
              <a:cs typeface="+mn-lt"/>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3" name="Picture 12" descr="A math equation with black text&#10;&#10;AI-generated content may be incorrect.">
            <a:extLst>
              <a:ext uri="{FF2B5EF4-FFF2-40B4-BE49-F238E27FC236}">
                <a16:creationId xmlns:a16="http://schemas.microsoft.com/office/drawing/2014/main" id="{E07A18C0-DABB-89DB-B956-7FA5B362585C}"/>
              </a:ext>
            </a:extLst>
          </p:cNvPr>
          <p:cNvPicPr>
            <a:picLocks noChangeAspect="1"/>
          </p:cNvPicPr>
          <p:nvPr/>
        </p:nvPicPr>
        <p:blipFill>
          <a:blip r:embed="rId4"/>
          <a:stretch>
            <a:fillRect/>
          </a:stretch>
        </p:blipFill>
        <p:spPr>
          <a:xfrm>
            <a:off x="2214562" y="4630997"/>
            <a:ext cx="7399736" cy="1346474"/>
          </a:xfrm>
          <a:prstGeom prst="rect">
            <a:avLst/>
          </a:prstGeom>
        </p:spPr>
      </p:pic>
    </p:spTree>
    <p:extLst>
      <p:ext uri="{BB962C8B-B14F-4D97-AF65-F5344CB8AC3E}">
        <p14:creationId xmlns:p14="http://schemas.microsoft.com/office/powerpoint/2010/main" val="744476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D00C3-6209-8106-CCDD-AEFD29094F4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CACD57C-3F0D-A922-BD8C-608E060B8FE4}"/>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D370D1-AD9F-EA49-5493-7ACA41CFE3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22D90D95-B3E4-8BEE-3924-956F851EC585}"/>
              </a:ext>
            </a:extLst>
          </p:cNvPr>
          <p:cNvSpPr>
            <a:spLocks noGrp="1"/>
          </p:cNvSpPr>
          <p:nvPr>
            <p:ph type="sldNum" sz="quarter" idx="12"/>
          </p:nvPr>
        </p:nvSpPr>
        <p:spPr/>
        <p:txBody>
          <a:bodyPr/>
          <a:lstStyle/>
          <a:p>
            <a:fld id="{90BED8D0-0D45-49A6-AFAB-428A084FB54D}" type="slidenum">
              <a:rPr lang="en-US" smtClean="0"/>
              <a:t>16</a:t>
            </a:fld>
            <a:endParaRPr lang="en-US"/>
          </a:p>
        </p:txBody>
      </p:sp>
      <p:sp>
        <p:nvSpPr>
          <p:cNvPr id="4" name="Footer Placeholder 1">
            <a:extLst>
              <a:ext uri="{FF2B5EF4-FFF2-40B4-BE49-F238E27FC236}">
                <a16:creationId xmlns:a16="http://schemas.microsoft.com/office/drawing/2014/main" id="{BCA77CAF-BBB6-0FF4-FE9A-1E7B6E896B3D}"/>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13EC92BC-0639-6518-A3B8-006B4F04AE68}"/>
              </a:ext>
            </a:extLst>
          </p:cNvPr>
          <p:cNvSpPr txBox="1"/>
          <p:nvPr/>
        </p:nvSpPr>
        <p:spPr>
          <a:xfrm>
            <a:off x="517774" y="949696"/>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4: Using </a:t>
            </a:r>
            <a:r>
              <a:rPr lang="en-US" sz="2000" b="1" err="1">
                <a:latin typeface="Garamond"/>
                <a:ea typeface="Calibri" panose="020F0502020204030204"/>
                <a:cs typeface="Calibri" panose="020F0502020204030204"/>
              </a:rPr>
              <a:t>TextBlob</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fourth experiment applied </a:t>
            </a:r>
            <a:r>
              <a:rPr lang="en-US" sz="2000" err="1">
                <a:latin typeface="Garamond"/>
                <a:ea typeface="+mn-lt"/>
                <a:cs typeface="+mn-lt"/>
              </a:rPr>
              <a:t>TextBlob</a:t>
            </a:r>
            <a:r>
              <a:rPr lang="en-US" sz="2000" dirty="0">
                <a:latin typeface="Garamond"/>
                <a:ea typeface="+mn-lt"/>
                <a:cs typeface="+mn-lt"/>
              </a:rPr>
              <a:t>, a lexicon-based model that combines rule-based parsing and a</a:t>
            </a:r>
            <a:endParaRPr lang="en-US" sz="2000">
              <a:latin typeface="Garamond"/>
            </a:endParaRPr>
          </a:p>
          <a:p>
            <a:pPr lvl="1" algn="just"/>
            <a:r>
              <a:rPr lang="en-US" sz="2000" dirty="0">
                <a:latin typeface="Garamond"/>
                <a:ea typeface="+mn-lt"/>
                <a:cs typeface="+mn-lt"/>
              </a:rPr>
              <a:t>sentiment lexicon derived from Pattern and NLTK. It outputs two values: polarity (ranging from -1 to</a:t>
            </a:r>
            <a:endParaRPr lang="en-US" sz="2000">
              <a:latin typeface="Garamond"/>
            </a:endParaRPr>
          </a:p>
          <a:p>
            <a:pPr lvl="1" algn="just"/>
            <a:r>
              <a:rPr lang="en-US" sz="2000" dirty="0">
                <a:latin typeface="Garamond"/>
                <a:ea typeface="+mn-lt"/>
                <a:cs typeface="+mn-lt"/>
              </a:rPr>
              <a:t>+1) and subjectivity (ranging from 0 to 1). It's a machine learning based approach.</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sp>
        <p:nvSpPr>
          <p:cNvPr id="7" name="TextBox 6">
            <a:extLst>
              <a:ext uri="{FF2B5EF4-FFF2-40B4-BE49-F238E27FC236}">
                <a16:creationId xmlns:a16="http://schemas.microsoft.com/office/drawing/2014/main" id="{01ED9702-C100-CC05-CB6D-46824EEF0E18}"/>
              </a:ext>
            </a:extLst>
          </p:cNvPr>
          <p:cNvSpPr txBox="1"/>
          <p:nvPr/>
        </p:nvSpPr>
        <p:spPr>
          <a:xfrm>
            <a:off x="517774" y="2516827"/>
            <a:ext cx="11373322"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5: Naïve Bayes from Scratch</a:t>
            </a:r>
          </a:p>
          <a:p>
            <a:pPr marL="285750" indent="-285750">
              <a:buFont typeface="Wingdings"/>
              <a:buChar char="Ø"/>
            </a:pPr>
            <a:endParaRPr lang="en-US" sz="2000" b="1" dirty="0">
              <a:latin typeface="Garamond"/>
              <a:ea typeface="+mn-lt"/>
              <a:cs typeface="+mn-lt"/>
            </a:endParaRPr>
          </a:p>
          <a:p>
            <a:pPr lvl="1"/>
            <a:r>
              <a:rPr lang="en-US" sz="2000" dirty="0">
                <a:latin typeface="Garamond"/>
                <a:ea typeface="+mn-lt"/>
                <a:cs typeface="+mn-lt"/>
              </a:rPr>
              <a:t>In this implementation, we manually computed the class priors, word likelihoods, and prediction probabilities. This approach provided a deep understanding of how the model works internally, including the impact of rare words and class imbalance.</a:t>
            </a:r>
            <a:endParaRPr lang="en-US" sz="2000" b="1" dirty="0">
              <a:latin typeface="Garamond"/>
              <a:ea typeface="+mn-lt"/>
              <a:cs typeface="+mn-lt"/>
            </a:endParaRPr>
          </a:p>
          <a:p>
            <a:pPr marL="285750" indent="-285750">
              <a:buFont typeface="Wingdings"/>
              <a:buChar char="Ø"/>
            </a:pPr>
            <a:endParaRPr lang="en-US" sz="2000" b="1"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p:txBody>
      </p:sp>
      <p:pic>
        <p:nvPicPr>
          <p:cNvPr id="11" name="Picture 10" descr="A mathematical equation with black text&#10;&#10;AI-generated content may be incorrect.">
            <a:extLst>
              <a:ext uri="{FF2B5EF4-FFF2-40B4-BE49-F238E27FC236}">
                <a16:creationId xmlns:a16="http://schemas.microsoft.com/office/drawing/2014/main" id="{FE97F663-F597-78B3-1F7E-443042156B9B}"/>
              </a:ext>
            </a:extLst>
          </p:cNvPr>
          <p:cNvPicPr>
            <a:picLocks noChangeAspect="1"/>
          </p:cNvPicPr>
          <p:nvPr/>
        </p:nvPicPr>
        <p:blipFill>
          <a:blip r:embed="rId4"/>
          <a:stretch>
            <a:fillRect/>
          </a:stretch>
        </p:blipFill>
        <p:spPr>
          <a:xfrm>
            <a:off x="4893513" y="4104196"/>
            <a:ext cx="2879427" cy="633684"/>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3A0793DD-BCD2-979A-A402-2524176197A9}"/>
              </a:ext>
            </a:extLst>
          </p:cNvPr>
          <p:cNvPicPr>
            <a:picLocks noChangeAspect="1"/>
          </p:cNvPicPr>
          <p:nvPr/>
        </p:nvPicPr>
        <p:blipFill>
          <a:blip r:embed="rId5"/>
          <a:stretch>
            <a:fillRect/>
          </a:stretch>
        </p:blipFill>
        <p:spPr>
          <a:xfrm>
            <a:off x="4476750" y="4751717"/>
            <a:ext cx="4273671" cy="762001"/>
          </a:xfrm>
          <a:prstGeom prst="rect">
            <a:avLst/>
          </a:prstGeom>
        </p:spPr>
      </p:pic>
      <p:pic>
        <p:nvPicPr>
          <p:cNvPr id="14" name="Picture 13" descr="A mathematical equation with black text&#10;&#10;AI-generated content may be incorrect.">
            <a:extLst>
              <a:ext uri="{FF2B5EF4-FFF2-40B4-BE49-F238E27FC236}">
                <a16:creationId xmlns:a16="http://schemas.microsoft.com/office/drawing/2014/main" id="{5F3182E4-B463-E6FF-3496-B9F1000EEE3E}"/>
              </a:ext>
            </a:extLst>
          </p:cNvPr>
          <p:cNvPicPr>
            <a:picLocks noChangeAspect="1"/>
          </p:cNvPicPr>
          <p:nvPr/>
        </p:nvPicPr>
        <p:blipFill>
          <a:blip r:embed="rId6"/>
          <a:stretch>
            <a:fillRect/>
          </a:stretch>
        </p:blipFill>
        <p:spPr>
          <a:xfrm>
            <a:off x="4897646" y="5532047"/>
            <a:ext cx="2655499" cy="797225"/>
          </a:xfrm>
          <a:prstGeom prst="rect">
            <a:avLst/>
          </a:prstGeom>
        </p:spPr>
      </p:pic>
    </p:spTree>
    <p:extLst>
      <p:ext uri="{BB962C8B-B14F-4D97-AF65-F5344CB8AC3E}">
        <p14:creationId xmlns:p14="http://schemas.microsoft.com/office/powerpoint/2010/main" val="471639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FEA6-ED0E-B4C3-9F43-213BC20A07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63B4AA-E8E5-B78F-6116-975D4B3DCE47}"/>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055BB0-B5D6-330A-DC34-F78E901E298A}"/>
              </a:ext>
            </a:extLst>
          </p:cNvPr>
          <p:cNvSpPr>
            <a:spLocks noGrp="1"/>
          </p:cNvSpPr>
          <p:nvPr>
            <p:ph type="sldNum" sz="quarter" idx="12"/>
          </p:nvPr>
        </p:nvSpPr>
        <p:spPr/>
        <p:txBody>
          <a:bodyPr/>
          <a:lstStyle/>
          <a:p>
            <a:fld id="{90BED8D0-0D45-49A6-AFAB-428A084FB54D}" type="slidenum">
              <a:rPr lang="en-US" smtClean="0"/>
              <a:t>17</a:t>
            </a:fld>
            <a:endParaRPr lang="en-US"/>
          </a:p>
        </p:txBody>
      </p:sp>
      <p:pic>
        <p:nvPicPr>
          <p:cNvPr id="5" name="Picture 4" descr="Higher Ed Marketing | USD Case Study | Sextant Marketing">
            <a:extLst>
              <a:ext uri="{FF2B5EF4-FFF2-40B4-BE49-F238E27FC236}">
                <a16:creationId xmlns:a16="http://schemas.microsoft.com/office/drawing/2014/main" id="{7E99FE6F-D48A-C5FD-26CD-F1D6C289AD9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24A195-24C2-5A44-4C2F-B14E47FA56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BAEB3337-2B39-4D64-50B7-81431B6E9CCA}"/>
              </a:ext>
            </a:extLst>
          </p:cNvPr>
          <p:cNvSpPr txBox="1"/>
          <p:nvPr/>
        </p:nvSpPr>
        <p:spPr>
          <a:xfrm>
            <a:off x="560906" y="1309130"/>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6: </a:t>
            </a:r>
            <a:r>
              <a:rPr lang="en-US" sz="2000" b="1" dirty="0">
                <a:latin typeface="Garamond"/>
                <a:ea typeface="+mn-lt"/>
                <a:cs typeface="+mn-lt"/>
              </a:rPr>
              <a:t>Multinomial Naive Bayes with </a:t>
            </a:r>
            <a:r>
              <a:rPr lang="en-US" sz="2000" b="1" err="1">
                <a:latin typeface="Garamond"/>
                <a:ea typeface="+mn-lt"/>
                <a:cs typeface="+mn-lt"/>
              </a:rPr>
              <a:t>CountVectorizer</a:t>
            </a:r>
            <a:endParaRPr lang="en-US" sz="2000">
              <a:latin typeface="Garamond"/>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In this experiment, we implemented the Multinomial Naive Bayes classifier using </a:t>
            </a:r>
            <a:r>
              <a:rPr lang="en-US" sz="2000" dirty="0" err="1">
                <a:latin typeface="Garamond"/>
                <a:ea typeface="+mn-lt"/>
                <a:cs typeface="+mn-lt"/>
              </a:rPr>
              <a:t>CountVectorizer</a:t>
            </a:r>
            <a:r>
              <a:rPr lang="en-US" sz="2000" dirty="0">
                <a:latin typeface="Garamond"/>
                <a:ea typeface="+mn-lt"/>
                <a:cs typeface="+mn-lt"/>
              </a:rPr>
              <a:t> as the feature extractor. </a:t>
            </a:r>
            <a:r>
              <a:rPr lang="en-US" sz="2000" dirty="0" err="1">
                <a:latin typeface="Garamond"/>
                <a:ea typeface="+mn-lt"/>
                <a:cs typeface="+mn-lt"/>
              </a:rPr>
              <a:t>CountVectorizer</a:t>
            </a:r>
            <a:r>
              <a:rPr lang="en-US" sz="2000" dirty="0">
                <a:latin typeface="Garamond"/>
                <a:ea typeface="+mn-lt"/>
                <a:cs typeface="+mn-lt"/>
              </a:rPr>
              <a:t> tokenizes the text and creates a feature vector representing the frequency of each word in the document, without accounting for global document frequency.</a:t>
            </a:r>
          </a:p>
        </p:txBody>
      </p:sp>
      <p:sp>
        <p:nvSpPr>
          <p:cNvPr id="9" name="TextBox 8">
            <a:extLst>
              <a:ext uri="{FF2B5EF4-FFF2-40B4-BE49-F238E27FC236}">
                <a16:creationId xmlns:a16="http://schemas.microsoft.com/office/drawing/2014/main" id="{E2380AB3-3BEB-EA8F-BBFA-104F4AE13C3C}"/>
              </a:ext>
            </a:extLst>
          </p:cNvPr>
          <p:cNvSpPr txBox="1"/>
          <p:nvPr/>
        </p:nvSpPr>
        <p:spPr>
          <a:xfrm>
            <a:off x="647169" y="3264450"/>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7: </a:t>
            </a:r>
            <a:r>
              <a:rPr lang="en-US" sz="2000" b="1" dirty="0">
                <a:latin typeface="Garamond"/>
                <a:ea typeface="+mn-lt"/>
                <a:cs typeface="+mn-lt"/>
              </a:rPr>
              <a:t>Logistic Regression with Frequency-Based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The seventh experiment involved a Logistic Regression classifier using frequency-based feature extraction. Each word’s frequency in a document was used as the feature.</a:t>
            </a:r>
          </a:p>
        </p:txBody>
      </p:sp>
      <p:pic>
        <p:nvPicPr>
          <p:cNvPr id="10" name="Picture 9" descr="A black and white math equation&#10;&#10;AI-generated content may be incorrect.">
            <a:extLst>
              <a:ext uri="{FF2B5EF4-FFF2-40B4-BE49-F238E27FC236}">
                <a16:creationId xmlns:a16="http://schemas.microsoft.com/office/drawing/2014/main" id="{2BEDE3B9-FBFA-427A-5548-38259392379C}"/>
              </a:ext>
            </a:extLst>
          </p:cNvPr>
          <p:cNvPicPr>
            <a:picLocks noChangeAspect="1"/>
          </p:cNvPicPr>
          <p:nvPr/>
        </p:nvPicPr>
        <p:blipFill>
          <a:blip r:embed="rId3"/>
          <a:stretch>
            <a:fillRect/>
          </a:stretch>
        </p:blipFill>
        <p:spPr>
          <a:xfrm>
            <a:off x="4628250" y="4991099"/>
            <a:ext cx="2921121" cy="743311"/>
          </a:xfrm>
          <a:prstGeom prst="rect">
            <a:avLst/>
          </a:prstGeom>
        </p:spPr>
      </p:pic>
    </p:spTree>
    <p:extLst>
      <p:ext uri="{BB962C8B-B14F-4D97-AF65-F5344CB8AC3E}">
        <p14:creationId xmlns:p14="http://schemas.microsoft.com/office/powerpoint/2010/main" val="2416370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B55C-9C90-56B5-7536-44DADAD240D6}"/>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4509A0E-3EDF-FC15-D3C1-5594FD9F71A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331388-4B47-39BB-51AC-311C450897F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43EC102A-0C7E-0EDC-80DC-3E9DA2E7FBE3}"/>
              </a:ext>
            </a:extLst>
          </p:cNvPr>
          <p:cNvSpPr>
            <a:spLocks noGrp="1"/>
          </p:cNvSpPr>
          <p:nvPr>
            <p:ph type="sldNum" sz="quarter" idx="12"/>
          </p:nvPr>
        </p:nvSpPr>
        <p:spPr/>
        <p:txBody>
          <a:bodyPr/>
          <a:lstStyle/>
          <a:p>
            <a:fld id="{90BED8D0-0D45-49A6-AFAB-428A084FB54D}" type="slidenum">
              <a:rPr lang="en-US" smtClean="0"/>
              <a:t>18</a:t>
            </a:fld>
            <a:endParaRPr lang="en-US"/>
          </a:p>
        </p:txBody>
      </p:sp>
      <p:sp>
        <p:nvSpPr>
          <p:cNvPr id="4" name="Footer Placeholder 1">
            <a:extLst>
              <a:ext uri="{FF2B5EF4-FFF2-40B4-BE49-F238E27FC236}">
                <a16:creationId xmlns:a16="http://schemas.microsoft.com/office/drawing/2014/main" id="{15777567-CD40-1541-5BC5-A3D89824E54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3AFBDBF8-7109-7C93-AF49-96F40FE5DB92}"/>
              </a:ext>
            </a:extLst>
          </p:cNvPr>
          <p:cNvSpPr txBox="1"/>
          <p:nvPr/>
        </p:nvSpPr>
        <p:spPr>
          <a:xfrm>
            <a:off x="604037" y="105033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8:</a:t>
            </a:r>
            <a:r>
              <a:rPr lang="en-US" sz="2000" b="1" dirty="0">
                <a:latin typeface="Garamond"/>
                <a:ea typeface="+mn-lt"/>
                <a:cs typeface="+mn-lt"/>
              </a:rPr>
              <a:t> Logistic Regression with </a:t>
            </a:r>
            <a:r>
              <a:rPr lang="en-US" sz="2000" b="1" dirty="0" err="1">
                <a:latin typeface="Garamond"/>
                <a:ea typeface="+mn-lt"/>
                <a:cs typeface="+mn-lt"/>
              </a:rPr>
              <a:t>CountVectorizer</a:t>
            </a:r>
            <a:r>
              <a:rPr lang="en-US" sz="2000" b="1" dirty="0">
                <a:latin typeface="Garamond"/>
                <a:ea typeface="+mn-lt"/>
                <a:cs typeface="+mn-lt"/>
              </a:rPr>
              <a:t>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eighth experiment used Logistic Regression with </a:t>
            </a:r>
            <a:r>
              <a:rPr lang="en-US" sz="2000" err="1">
                <a:latin typeface="Garamond"/>
                <a:ea typeface="+mn-lt"/>
                <a:cs typeface="+mn-lt"/>
              </a:rPr>
              <a:t>CountVectorizer</a:t>
            </a:r>
            <a:r>
              <a:rPr lang="en-US" sz="2000" dirty="0">
                <a:latin typeface="Garamond"/>
                <a:ea typeface="+mn-lt"/>
                <a:cs typeface="+mn-lt"/>
              </a:rPr>
              <a:t> as the feature extraction Technique. </a:t>
            </a:r>
            <a:r>
              <a:rPr lang="en-US" sz="2000" err="1">
                <a:latin typeface="Garamond"/>
                <a:ea typeface="+mn-lt"/>
                <a:cs typeface="+mn-lt"/>
              </a:rPr>
              <a:t>CountVectorizer</a:t>
            </a:r>
            <a:r>
              <a:rPr lang="en-US" sz="2000" dirty="0">
                <a:latin typeface="Garamond"/>
                <a:ea typeface="+mn-lt"/>
                <a:cs typeface="+mn-lt"/>
              </a:rPr>
              <a:t> was simpler but often effective for short texts.</a:t>
            </a:r>
          </a:p>
        </p:txBody>
      </p:sp>
      <p:sp>
        <p:nvSpPr>
          <p:cNvPr id="7" name="TextBox 6">
            <a:extLst>
              <a:ext uri="{FF2B5EF4-FFF2-40B4-BE49-F238E27FC236}">
                <a16:creationId xmlns:a16="http://schemas.microsoft.com/office/drawing/2014/main" id="{619CD151-3F08-8E8D-39F3-144C191888F3}"/>
              </a:ext>
            </a:extLst>
          </p:cNvPr>
          <p:cNvSpPr txBox="1"/>
          <p:nvPr/>
        </p:nvSpPr>
        <p:spPr>
          <a:xfrm>
            <a:off x="604036" y="2473695"/>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9:</a:t>
            </a:r>
            <a:r>
              <a:rPr lang="en-US" sz="2000" b="1" dirty="0">
                <a:latin typeface="Garamond"/>
                <a:ea typeface="+mn-lt"/>
                <a:cs typeface="+mn-lt"/>
              </a:rPr>
              <a:t> Logistic Regression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ninth experiment used TF-IDF (Term Frequency-Inverse Document Frequency) features in Logistic Regression. TF-IDF balances the term frequency of a word in a document with its rarity across the corpus, thereby reducing the impact of commonly occurring words like "the" and "is".</a:t>
            </a:r>
            <a:endParaRPr lang="en-US" sz="2000" dirty="0">
              <a:latin typeface="Garamond"/>
            </a:endParaRPr>
          </a:p>
        </p:txBody>
      </p:sp>
      <p:sp>
        <p:nvSpPr>
          <p:cNvPr id="10" name="TextBox 9">
            <a:extLst>
              <a:ext uri="{FF2B5EF4-FFF2-40B4-BE49-F238E27FC236}">
                <a16:creationId xmlns:a16="http://schemas.microsoft.com/office/drawing/2014/main" id="{9C7975D3-BFFA-17C4-333C-374648C62079}"/>
              </a:ext>
            </a:extLst>
          </p:cNvPr>
          <p:cNvSpPr txBox="1"/>
          <p:nvPr/>
        </p:nvSpPr>
        <p:spPr>
          <a:xfrm>
            <a:off x="604035" y="4256486"/>
            <a:ext cx="1137332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10:</a:t>
            </a:r>
            <a:r>
              <a:rPr lang="en-US" sz="2000" b="1" dirty="0">
                <a:latin typeface="Garamond"/>
                <a:ea typeface="+mn-lt"/>
                <a:cs typeface="+mn-lt"/>
              </a:rPr>
              <a:t> Random Forest Classifier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tenth experiment implemented a Random Forest classifier with TF-IDF features. Random Forests are ensemble methods that aggregate the predictions of multiple Decision Trees trained on bootstrapped subsets of the data, with random subsets of features considered at each split. This reduces variance and improves robustness. The final class prediction is made by majority voting across the individual trees.</a:t>
            </a:r>
            <a:endParaRPr lang="en-US" dirty="0">
              <a:latin typeface="Garamond"/>
            </a:endParaRPr>
          </a:p>
        </p:txBody>
      </p:sp>
    </p:spTree>
    <p:extLst>
      <p:ext uri="{BB962C8B-B14F-4D97-AF65-F5344CB8AC3E}">
        <p14:creationId xmlns:p14="http://schemas.microsoft.com/office/powerpoint/2010/main" val="132676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38AA-9DEB-9838-39C1-9271491905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D28502-1B07-6A31-EFAB-6B0039B828C8}"/>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A676F27C-99B6-BDF0-A74E-47354BE96F43}"/>
              </a:ext>
            </a:extLst>
          </p:cNvPr>
          <p:cNvSpPr>
            <a:spLocks noGrp="1"/>
          </p:cNvSpPr>
          <p:nvPr>
            <p:ph type="sldNum" sz="quarter" idx="12"/>
          </p:nvPr>
        </p:nvSpPr>
        <p:spPr/>
        <p:txBody>
          <a:bodyPr/>
          <a:lstStyle/>
          <a:p>
            <a:fld id="{90BED8D0-0D45-49A6-AFAB-428A084FB54D}" type="slidenum">
              <a:rPr lang="en-US" smtClean="0"/>
              <a:t>19</a:t>
            </a:fld>
            <a:endParaRPr lang="en-US"/>
          </a:p>
        </p:txBody>
      </p:sp>
      <p:pic>
        <p:nvPicPr>
          <p:cNvPr id="5" name="Picture 4" descr="Higher Ed Marketing | USD Case Study | Sextant Marketing">
            <a:extLst>
              <a:ext uri="{FF2B5EF4-FFF2-40B4-BE49-F238E27FC236}">
                <a16:creationId xmlns:a16="http://schemas.microsoft.com/office/drawing/2014/main" id="{CA0545BE-741F-A73A-33A0-0F26B0FDA51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FC7CE-9DC0-5727-451D-977EB4D79C6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AD5E7D30-EF22-8410-9B15-9E726B0F3677}"/>
              </a:ext>
            </a:extLst>
          </p:cNvPr>
          <p:cNvSpPr txBox="1"/>
          <p:nvPr/>
        </p:nvSpPr>
        <p:spPr>
          <a:xfrm>
            <a:off x="604037" y="105033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11:</a:t>
            </a:r>
            <a:r>
              <a:rPr lang="en-US" sz="2000" b="1" dirty="0">
                <a:latin typeface="Garamond"/>
                <a:ea typeface="+mn-lt"/>
                <a:cs typeface="+mn-lt"/>
              </a:rPr>
              <a:t> Support Vector Machine (SVM)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In the eleventh experiment, we implemented a Support Vector Machine (SVM) classifier using TF-IDF</a:t>
            </a:r>
            <a:endParaRPr lang="en-US" sz="2000">
              <a:latin typeface="Garamond"/>
              <a:ea typeface="Calibri"/>
              <a:cs typeface="Calibri"/>
            </a:endParaRPr>
          </a:p>
          <a:p>
            <a:pPr lvl="1" algn="just"/>
            <a:r>
              <a:rPr lang="en-US" sz="2000" dirty="0">
                <a:latin typeface="Garamond"/>
                <a:ea typeface="+mn-lt"/>
                <a:cs typeface="+mn-lt"/>
              </a:rPr>
              <a:t>between the classes. The decision function is defined as:</a:t>
            </a:r>
            <a:endParaRPr lang="en-US" dirty="0">
              <a:latin typeface="Garamond"/>
            </a:endParaRPr>
          </a:p>
        </p:txBody>
      </p:sp>
      <p:pic>
        <p:nvPicPr>
          <p:cNvPr id="10" name="Picture 9" descr="A black and white symbol&#10;&#10;AI-generated content may be incorrect.">
            <a:extLst>
              <a:ext uri="{FF2B5EF4-FFF2-40B4-BE49-F238E27FC236}">
                <a16:creationId xmlns:a16="http://schemas.microsoft.com/office/drawing/2014/main" id="{71FBBFB3-0619-D6FD-C128-EB2F78A92115}"/>
              </a:ext>
            </a:extLst>
          </p:cNvPr>
          <p:cNvPicPr>
            <a:picLocks noChangeAspect="1"/>
          </p:cNvPicPr>
          <p:nvPr/>
        </p:nvPicPr>
        <p:blipFill>
          <a:blip r:embed="rId3"/>
          <a:stretch>
            <a:fillRect/>
          </a:stretch>
        </p:blipFill>
        <p:spPr>
          <a:xfrm>
            <a:off x="4038600" y="2538412"/>
            <a:ext cx="3257550" cy="781050"/>
          </a:xfrm>
          <a:prstGeom prst="rect">
            <a:avLst/>
          </a:prstGeom>
        </p:spPr>
      </p:pic>
      <p:sp>
        <p:nvSpPr>
          <p:cNvPr id="11" name="TextBox 10">
            <a:extLst>
              <a:ext uri="{FF2B5EF4-FFF2-40B4-BE49-F238E27FC236}">
                <a16:creationId xmlns:a16="http://schemas.microsoft.com/office/drawing/2014/main" id="{6B0F0CD9-BBDF-CE1B-3A79-55C849D57054}"/>
              </a:ext>
            </a:extLst>
          </p:cNvPr>
          <p:cNvSpPr txBox="1"/>
          <p:nvPr/>
        </p:nvSpPr>
        <p:spPr>
          <a:xfrm>
            <a:off x="604035" y="3431585"/>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12:</a:t>
            </a:r>
            <a:r>
              <a:rPr lang="en-US" sz="2000" b="1" dirty="0">
                <a:latin typeface="Garamond"/>
                <a:ea typeface="+mn-lt"/>
                <a:cs typeface="+mn-lt"/>
              </a:rPr>
              <a:t> Decision Tree Classifier with TF-IDF Features</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Finally, The twelfth experiment utilized a Decision Tree Classifier, again with TF-IDF features. Decision Trees recursively split the dataset based on the feature that provides the highest information gain or minimizes Gini impurity. The Gini impurity at a node is defined as:</a:t>
            </a:r>
            <a:endParaRPr lang="en-US" sz="2000">
              <a:latin typeface="Garamond"/>
              <a:ea typeface="+mn-lt"/>
              <a:cs typeface="+mn-lt"/>
            </a:endParaRPr>
          </a:p>
        </p:txBody>
      </p:sp>
      <p:pic>
        <p:nvPicPr>
          <p:cNvPr id="12" name="Picture 11" descr="A mathematical equation with numbers and symbols&#10;&#10;AI-generated content may be incorrect.">
            <a:extLst>
              <a:ext uri="{FF2B5EF4-FFF2-40B4-BE49-F238E27FC236}">
                <a16:creationId xmlns:a16="http://schemas.microsoft.com/office/drawing/2014/main" id="{E7DEE5E3-BE4E-2763-1317-E91B914C6033}"/>
              </a:ext>
            </a:extLst>
          </p:cNvPr>
          <p:cNvPicPr>
            <a:picLocks noChangeAspect="1"/>
          </p:cNvPicPr>
          <p:nvPr/>
        </p:nvPicPr>
        <p:blipFill>
          <a:blip r:embed="rId4"/>
          <a:stretch>
            <a:fillRect/>
          </a:stretch>
        </p:blipFill>
        <p:spPr>
          <a:xfrm>
            <a:off x="4717256" y="5062537"/>
            <a:ext cx="2578894" cy="1072754"/>
          </a:xfrm>
          <a:prstGeom prst="rect">
            <a:avLst/>
          </a:prstGeom>
        </p:spPr>
      </p:pic>
    </p:spTree>
    <p:extLst>
      <p:ext uri="{BB962C8B-B14F-4D97-AF65-F5344CB8AC3E}">
        <p14:creationId xmlns:p14="http://schemas.microsoft.com/office/powerpoint/2010/main" val="3802733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54B7-0CA0-EC33-37AA-6395EA07B03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EAA48112-C550-F430-CC53-DDBB4ED1A388}"/>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03A6B7-B124-39AC-D0FA-6A560F48E9E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7E3819D0-10AF-99E3-BC7D-7183077EEB79}"/>
              </a:ext>
            </a:extLst>
          </p:cNvPr>
          <p:cNvSpPr>
            <a:spLocks noGrp="1"/>
          </p:cNvSpPr>
          <p:nvPr>
            <p:ph type="sldNum" sz="quarter" idx="12"/>
          </p:nvPr>
        </p:nvSpPr>
        <p:spPr/>
        <p:txBody>
          <a:bodyPr/>
          <a:lstStyle/>
          <a:p>
            <a:fld id="{90BED8D0-0D45-49A6-AFAB-428A084FB54D}" type="slidenum">
              <a:rPr lang="en-US" smtClean="0"/>
              <a:t>20</a:t>
            </a:fld>
            <a:endParaRPr lang="en-US"/>
          </a:p>
        </p:txBody>
      </p:sp>
      <p:sp>
        <p:nvSpPr>
          <p:cNvPr id="4" name="Footer Placeholder 1">
            <a:extLst>
              <a:ext uri="{FF2B5EF4-FFF2-40B4-BE49-F238E27FC236}">
                <a16:creationId xmlns:a16="http://schemas.microsoft.com/office/drawing/2014/main" id="{F1CC0FB0-977B-0EB4-BA2B-C176962FB0D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3F6A8E8A-0A80-3841-E040-CCBBA2119CE2}"/>
              </a:ext>
            </a:extLst>
          </p:cNvPr>
          <p:cNvGraphicFramePr>
            <a:graphicFrameLocks noGrp="1"/>
          </p:cNvGraphicFramePr>
          <p:nvPr>
            <p:extLst>
              <p:ext uri="{D42A27DB-BD31-4B8C-83A1-F6EECF244321}">
                <p14:modId xmlns:p14="http://schemas.microsoft.com/office/powerpoint/2010/main" val="2822357167"/>
              </p:ext>
            </p:extLst>
          </p:nvPr>
        </p:nvGraphicFramePr>
        <p:xfrm>
          <a:off x="1515760" y="1142169"/>
          <a:ext cx="9160476" cy="4977977"/>
        </p:xfrm>
        <a:graphic>
          <a:graphicData uri="http://schemas.openxmlformats.org/drawingml/2006/table">
            <a:tbl>
              <a:tblPr firstRow="1" firstCol="1" bandRow="1">
                <a:tableStyleId>{8799B23B-EC83-4686-B30A-512413B5E67A}</a:tableStyleId>
              </a:tblPr>
              <a:tblGrid>
                <a:gridCol w="551980">
                  <a:extLst>
                    <a:ext uri="{9D8B030D-6E8A-4147-A177-3AD203B41FA5}">
                      <a16:colId xmlns:a16="http://schemas.microsoft.com/office/drawing/2014/main" val="2874752567"/>
                    </a:ext>
                  </a:extLst>
                </a:gridCol>
                <a:gridCol w="3111659">
                  <a:extLst>
                    <a:ext uri="{9D8B030D-6E8A-4147-A177-3AD203B41FA5}">
                      <a16:colId xmlns:a16="http://schemas.microsoft.com/office/drawing/2014/main" val="345116963"/>
                    </a:ext>
                  </a:extLst>
                </a:gridCol>
                <a:gridCol w="1832279">
                  <a:extLst>
                    <a:ext uri="{9D8B030D-6E8A-4147-A177-3AD203B41FA5}">
                      <a16:colId xmlns:a16="http://schemas.microsoft.com/office/drawing/2014/main" val="2366277953"/>
                    </a:ext>
                  </a:extLst>
                </a:gridCol>
                <a:gridCol w="1832279">
                  <a:extLst>
                    <a:ext uri="{9D8B030D-6E8A-4147-A177-3AD203B41FA5}">
                      <a16:colId xmlns:a16="http://schemas.microsoft.com/office/drawing/2014/main" val="1357955992"/>
                    </a:ext>
                  </a:extLst>
                </a:gridCol>
                <a:gridCol w="1832279">
                  <a:extLst>
                    <a:ext uri="{9D8B030D-6E8A-4147-A177-3AD203B41FA5}">
                      <a16:colId xmlns:a16="http://schemas.microsoft.com/office/drawing/2014/main" val="4223809419"/>
                    </a:ext>
                  </a:extLst>
                </a:gridCol>
              </a:tblGrid>
              <a:tr h="948449">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35794">
                <a:tc>
                  <a:txBody>
                    <a:bodyPr/>
                    <a:lstStyle/>
                    <a:p>
                      <a:pPr marL="0" marR="0" indent="0" algn="ctr">
                        <a:lnSpc>
                          <a:spcPct val="126000"/>
                        </a:lnSpc>
                        <a:spcAft>
                          <a:spcPts val="75"/>
                        </a:spcAft>
                        <a:buNone/>
                      </a:pPr>
                      <a:r>
                        <a:rPr lang="en-IN" sz="1600" kern="100" dirty="0">
                          <a:effectLst/>
                          <a:latin typeface="Garamond"/>
                        </a:rPr>
                        <a:t>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VADER</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3835958"/>
                  </a:ext>
                </a:extLst>
              </a:tr>
              <a:tr h="335794">
                <a:tc>
                  <a:txBody>
                    <a:bodyPr/>
                    <a:lstStyle/>
                    <a:p>
                      <a:pPr marL="0" marR="0" indent="0" algn="ctr">
                        <a:lnSpc>
                          <a:spcPct val="126000"/>
                        </a:lnSpc>
                        <a:spcAft>
                          <a:spcPts val="75"/>
                        </a:spcAft>
                        <a:buNone/>
                      </a:pPr>
                      <a:r>
                        <a:rPr lang="en-IN" sz="1600" kern="100" dirty="0">
                          <a:effectLst/>
                          <a:latin typeface="Garamond"/>
                        </a:rPr>
                        <a:t>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AFINN</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35794">
                <a:tc>
                  <a:txBody>
                    <a:bodyPr/>
                    <a:lstStyle/>
                    <a:p>
                      <a:pPr marL="0" marR="0" indent="0" algn="ctr">
                        <a:lnSpc>
                          <a:spcPct val="126000"/>
                        </a:lnSpc>
                        <a:spcAft>
                          <a:spcPts val="75"/>
                        </a:spcAft>
                        <a:buNone/>
                      </a:pPr>
                      <a:r>
                        <a:rPr lang="en-IN" sz="1600" kern="100" dirty="0">
                          <a:effectLst/>
                          <a:latin typeface="Garamond"/>
                        </a:rPr>
                        <a:t>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SentiWordNet</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0227434"/>
                  </a:ext>
                </a:extLst>
              </a:tr>
              <a:tr h="335794">
                <a:tc>
                  <a:txBody>
                    <a:bodyPr/>
                    <a:lstStyle/>
                    <a:p>
                      <a:pPr marL="0" marR="0" indent="0" algn="ctr">
                        <a:lnSpc>
                          <a:spcPct val="126000"/>
                        </a:lnSpc>
                        <a:spcAft>
                          <a:spcPts val="75"/>
                        </a:spcAft>
                        <a:buNone/>
                      </a:pPr>
                      <a:r>
                        <a:rPr lang="en-IN" sz="1600" kern="100" dirty="0">
                          <a:effectLst/>
                          <a:latin typeface="Garamond"/>
                        </a:rPr>
                        <a:t>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TextBlob</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4705790"/>
                  </a:ext>
                </a:extLst>
              </a:tr>
              <a:tr h="335794">
                <a:tc>
                  <a:txBody>
                    <a:bodyPr/>
                    <a:lstStyle/>
                    <a:p>
                      <a:pPr marL="0" marR="0" indent="0" algn="ctr">
                        <a:lnSpc>
                          <a:spcPct val="126000"/>
                        </a:lnSpc>
                        <a:spcAft>
                          <a:spcPts val="75"/>
                        </a:spcAft>
                        <a:buNone/>
                      </a:pPr>
                      <a:r>
                        <a:rPr lang="en-IN" sz="1600" kern="100" dirty="0">
                          <a:effectLst/>
                          <a:latin typeface="Garamond"/>
                        </a:rPr>
                        <a:t>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Naive Bayes from Scratch</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0583069"/>
                  </a:ext>
                </a:extLst>
              </a:tr>
              <a:tr h="335794">
                <a:tc>
                  <a:txBody>
                    <a:bodyPr/>
                    <a:lstStyle/>
                    <a:p>
                      <a:pPr marL="0" marR="0" indent="0" algn="ctr">
                        <a:lnSpc>
                          <a:spcPct val="126000"/>
                        </a:lnSpc>
                        <a:spcAft>
                          <a:spcPts val="75"/>
                        </a:spcAft>
                        <a:buNone/>
                      </a:pPr>
                      <a:r>
                        <a:rPr lang="en-IN" sz="1600" kern="100" dirty="0">
                          <a:effectLst/>
                          <a:latin typeface="Garamond"/>
                        </a:rPr>
                        <a:t>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Multinomial Naive Bayes</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59822614"/>
                  </a:ext>
                </a:extLst>
              </a:tr>
              <a:tr h="335794">
                <a:tc>
                  <a:txBody>
                    <a:bodyPr/>
                    <a:lstStyle/>
                    <a:p>
                      <a:pPr marL="0" marR="0" indent="0" algn="ctr">
                        <a:lnSpc>
                          <a:spcPct val="126000"/>
                        </a:lnSpc>
                        <a:spcAft>
                          <a:spcPts val="75"/>
                        </a:spcAft>
                        <a:buNone/>
                      </a:pPr>
                      <a:r>
                        <a:rPr lang="en-IN" sz="1600" kern="100" dirty="0">
                          <a:effectLst/>
                          <a:latin typeface="Garamond"/>
                        </a:rPr>
                        <a:t>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131048"/>
                  </a:ext>
                </a:extLst>
              </a:tr>
              <a:tr h="335794">
                <a:tc>
                  <a:txBody>
                    <a:bodyPr/>
                    <a:lstStyle/>
                    <a:p>
                      <a:pPr marL="0" marR="0" indent="0" algn="ctr">
                        <a:lnSpc>
                          <a:spcPct val="126000"/>
                        </a:lnSpc>
                        <a:spcAft>
                          <a:spcPts val="75"/>
                        </a:spcAft>
                        <a:buNone/>
                      </a:pPr>
                      <a:r>
                        <a:rPr lang="en-IN" sz="1600" kern="100" dirty="0">
                          <a:effectLst/>
                          <a:latin typeface="Garamond"/>
                        </a:rPr>
                        <a:t>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8978329"/>
                  </a:ext>
                </a:extLst>
              </a:tr>
              <a:tr h="335794">
                <a:tc>
                  <a:txBody>
                    <a:bodyPr/>
                    <a:lstStyle/>
                    <a:p>
                      <a:pPr marL="0" marR="0" indent="0" algn="ctr">
                        <a:lnSpc>
                          <a:spcPct val="126000"/>
                        </a:lnSpc>
                        <a:spcAft>
                          <a:spcPts val="75"/>
                        </a:spcAft>
                        <a:buNone/>
                      </a:pPr>
                      <a:r>
                        <a:rPr lang="en-IN" sz="1600" kern="100" dirty="0">
                          <a:effectLst/>
                          <a:latin typeface="Garamond"/>
                        </a:rPr>
                        <a:t>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7222369"/>
                  </a:ext>
                </a:extLst>
              </a:tr>
              <a:tr h="335794">
                <a:tc>
                  <a:txBody>
                    <a:bodyPr/>
                    <a:lstStyle/>
                    <a:p>
                      <a:pPr marL="0" marR="0" indent="0" algn="ctr">
                        <a:lnSpc>
                          <a:spcPct val="126000"/>
                        </a:lnSpc>
                        <a:spcAft>
                          <a:spcPts val="75"/>
                        </a:spcAft>
                        <a:buNone/>
                      </a:pPr>
                      <a:r>
                        <a:rPr lang="en-IN" sz="1600" kern="100" dirty="0">
                          <a:effectLst/>
                          <a:latin typeface="Garamond"/>
                        </a:rPr>
                        <a:t>10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 </a:t>
                      </a:r>
                      <a:r>
                        <a:rPr lang="en-IN" sz="1600" b="0" i="0" u="none" strike="noStrike" kern="100" noProof="0" dirty="0">
                          <a:solidFill>
                            <a:srgbClr val="000000"/>
                          </a:solidFill>
                          <a:effectLst/>
                          <a:latin typeface="Garamond"/>
                        </a:rPr>
                        <a:t>Random Forest</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extLst>
                  <a:ext uri="{0D108BD9-81ED-4DB2-BD59-A6C34878D82A}">
                    <a16:rowId xmlns:a16="http://schemas.microsoft.com/office/drawing/2014/main" val="535302990"/>
                  </a:ext>
                </a:extLst>
              </a:tr>
              <a:tr h="335794">
                <a:tc>
                  <a:txBody>
                    <a:bodyPr/>
                    <a:lstStyle/>
                    <a:p>
                      <a:pPr marL="0" marR="0" indent="0" algn="ctr">
                        <a:lnSpc>
                          <a:spcPct val="126000"/>
                        </a:lnSpc>
                        <a:spcAft>
                          <a:spcPts val="75"/>
                        </a:spcAft>
                        <a:buNone/>
                      </a:pPr>
                      <a:r>
                        <a:rPr lang="en-IN" sz="1600" kern="100" dirty="0">
                          <a:effectLst/>
                          <a:latin typeface="Garamond"/>
                        </a:rPr>
                        <a:t>11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SVM</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61</a:t>
                      </a:r>
                    </a:p>
                  </a:txBody>
                  <a:tcPr marL="68580" marR="68580" marT="0" marB="0" anchor="ctr"/>
                </a:tc>
                <a:extLst>
                  <a:ext uri="{0D108BD9-81ED-4DB2-BD59-A6C34878D82A}">
                    <a16:rowId xmlns:a16="http://schemas.microsoft.com/office/drawing/2014/main" val="1009585781"/>
                  </a:ext>
                </a:extLst>
              </a:tr>
              <a:tr h="335794">
                <a:tc>
                  <a:txBody>
                    <a:bodyPr/>
                    <a:lstStyle/>
                    <a:p>
                      <a:pPr marL="0" marR="0" indent="0" algn="ctr">
                        <a:lnSpc>
                          <a:spcPct val="126000"/>
                        </a:lnSpc>
                        <a:spcAft>
                          <a:spcPts val="75"/>
                        </a:spcAft>
                        <a:buNone/>
                      </a:pPr>
                      <a:r>
                        <a:rPr lang="en-IN" sz="1600" kern="100" dirty="0">
                          <a:effectLst/>
                          <a:latin typeface="Garamond"/>
                        </a:rPr>
                        <a:t>12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Decision Tree</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p>
                  </a:txBody>
                  <a:tcPr marL="68580" marR="68580" marT="0" marB="0" anchor="ctr"/>
                </a:tc>
                <a:extLst>
                  <a:ext uri="{0D108BD9-81ED-4DB2-BD59-A6C34878D82A}">
                    <a16:rowId xmlns:a16="http://schemas.microsoft.com/office/drawing/2014/main" val="2280189715"/>
                  </a:ext>
                </a:extLst>
              </a:tr>
            </a:tbl>
          </a:graphicData>
        </a:graphic>
      </p:graphicFrame>
      <p:sp>
        <p:nvSpPr>
          <p:cNvPr id="6" name="TextBox 5">
            <a:extLst>
              <a:ext uri="{FF2B5EF4-FFF2-40B4-BE49-F238E27FC236}">
                <a16:creationId xmlns:a16="http://schemas.microsoft.com/office/drawing/2014/main" id="{26F905FA-4207-44A8-7293-4C8CE08ECD50}"/>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853424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3EFF6-29D0-D939-5C13-B8BE83D8D97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6F87221F-5766-6C8E-DD2A-7AEAA39D4201}"/>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8DC0E3D-5C83-6766-1AB0-380D149A3E98}"/>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7EA263D0-ABED-0DB7-7774-76F13E967C49}"/>
              </a:ext>
            </a:extLst>
          </p:cNvPr>
          <p:cNvSpPr>
            <a:spLocks noGrp="1"/>
          </p:cNvSpPr>
          <p:nvPr>
            <p:ph type="sldNum" sz="quarter" idx="12"/>
          </p:nvPr>
        </p:nvSpPr>
        <p:spPr/>
        <p:txBody>
          <a:bodyPr/>
          <a:lstStyle/>
          <a:p>
            <a:fld id="{90BED8D0-0D45-49A6-AFAB-428A084FB54D}" type="slidenum">
              <a:rPr lang="en-US" smtClean="0"/>
              <a:t>21</a:t>
            </a:fld>
            <a:endParaRPr lang="en-US"/>
          </a:p>
        </p:txBody>
      </p:sp>
      <p:sp>
        <p:nvSpPr>
          <p:cNvPr id="4" name="Footer Placeholder 1">
            <a:extLst>
              <a:ext uri="{FF2B5EF4-FFF2-40B4-BE49-F238E27FC236}">
                <a16:creationId xmlns:a16="http://schemas.microsoft.com/office/drawing/2014/main" id="{276CF0A6-6670-90E6-F36D-7E7CC762F2D8}"/>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6" name="Picture 5">
            <a:extLst>
              <a:ext uri="{FF2B5EF4-FFF2-40B4-BE49-F238E27FC236}">
                <a16:creationId xmlns:a16="http://schemas.microsoft.com/office/drawing/2014/main" id="{B47144D1-E9F4-28F1-9D6A-AF8993D0AF6E}"/>
              </a:ext>
            </a:extLst>
          </p:cNvPr>
          <p:cNvPicPr>
            <a:picLocks noChangeAspect="1"/>
          </p:cNvPicPr>
          <p:nvPr/>
        </p:nvPicPr>
        <p:blipFill>
          <a:blip r:embed="rId4"/>
          <a:stretch>
            <a:fillRect/>
          </a:stretch>
        </p:blipFill>
        <p:spPr>
          <a:xfrm>
            <a:off x="1462670" y="1076093"/>
            <a:ext cx="9266656" cy="4973605"/>
          </a:xfrm>
          <a:prstGeom prst="rect">
            <a:avLst/>
          </a:prstGeom>
        </p:spPr>
      </p:pic>
    </p:spTree>
    <p:extLst>
      <p:ext uri="{BB962C8B-B14F-4D97-AF65-F5344CB8AC3E}">
        <p14:creationId xmlns:p14="http://schemas.microsoft.com/office/powerpoint/2010/main" val="3621245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43D6-F07F-DFA7-DEEE-7955EFC34A2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4A14443-910D-11D7-5786-231D0CD2A1A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9EDF7F4-2693-1ABB-9D16-68AA046FA1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Conclusion and Future Directions</a:t>
            </a:r>
          </a:p>
        </p:txBody>
      </p:sp>
      <p:sp>
        <p:nvSpPr>
          <p:cNvPr id="3" name="Slide Number Placeholder 2">
            <a:extLst>
              <a:ext uri="{FF2B5EF4-FFF2-40B4-BE49-F238E27FC236}">
                <a16:creationId xmlns:a16="http://schemas.microsoft.com/office/drawing/2014/main" id="{E33417BA-4253-3992-6092-EA4A3788C6EA}"/>
              </a:ext>
            </a:extLst>
          </p:cNvPr>
          <p:cNvSpPr>
            <a:spLocks noGrp="1"/>
          </p:cNvSpPr>
          <p:nvPr>
            <p:ph type="sldNum" sz="quarter" idx="12"/>
          </p:nvPr>
        </p:nvSpPr>
        <p:spPr/>
        <p:txBody>
          <a:bodyPr/>
          <a:lstStyle/>
          <a:p>
            <a:fld id="{90BED8D0-0D45-49A6-AFAB-428A084FB54D}" type="slidenum">
              <a:rPr lang="en-US" smtClean="0"/>
              <a:t>22</a:t>
            </a:fld>
            <a:endParaRPr lang="en-US"/>
          </a:p>
        </p:txBody>
      </p:sp>
      <p:sp>
        <p:nvSpPr>
          <p:cNvPr id="4" name="Footer Placeholder 1">
            <a:extLst>
              <a:ext uri="{FF2B5EF4-FFF2-40B4-BE49-F238E27FC236}">
                <a16:creationId xmlns:a16="http://schemas.microsoft.com/office/drawing/2014/main" id="{0BFD789F-EBF1-4798-6DFC-03131326BBB9}"/>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E287A6BA-FC0C-A716-562B-C87D69502BC7}"/>
              </a:ext>
            </a:extLst>
          </p:cNvPr>
          <p:cNvSpPr txBox="1"/>
          <p:nvPr/>
        </p:nvSpPr>
        <p:spPr>
          <a:xfrm>
            <a:off x="881313" y="1156405"/>
            <a:ext cx="10429369" cy="41703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dirty="0">
                <a:latin typeface="Garamond" panose="02020404030301010803" pitchFamily="18" charset="0"/>
                <a:ea typeface="+mn-lt"/>
                <a:cs typeface="+mn-lt"/>
              </a:rPr>
              <a:t>Among the machine learning models, Logistic Regression and SVM with TF-IDF feature extraction showed better performance in sentiment classification.</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dirty="0">
                <a:latin typeface="Garamond" panose="02020404030301010803" pitchFamily="18" charset="0"/>
                <a:ea typeface="+mn-lt"/>
                <a:cs typeface="+mn-lt"/>
              </a:rPr>
              <a:t>Lexicon-based methods provided quick and interpretable results but lacked contextual understanding.</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dirty="0">
                <a:latin typeface="Garamond" panose="02020404030301010803" pitchFamily="18" charset="0"/>
                <a:ea typeface="+mn-lt"/>
                <a:cs typeface="+mn-lt"/>
              </a:rPr>
              <a:t>Traditional machine learning models performed well with proper preprocessing and feature engineering.</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dirty="0">
                <a:latin typeface="Garamond" panose="02020404030301010803" pitchFamily="18" charset="0"/>
                <a:ea typeface="+mn-lt"/>
                <a:cs typeface="+mn-lt"/>
              </a:rPr>
              <a:t>Explore deep learning approaches such as CNN, RNN, LSTM, and transformer-based models like BERT. These models can better capture semantic context, word dependencies, and long-range relationships in text. Fine-tuning pretrained models like BERT on domain-specific data may further improve accuracy.</a:t>
            </a:r>
          </a:p>
        </p:txBody>
      </p:sp>
    </p:spTree>
    <p:extLst>
      <p:ext uri="{BB962C8B-B14F-4D97-AF65-F5344CB8AC3E}">
        <p14:creationId xmlns:p14="http://schemas.microsoft.com/office/powerpoint/2010/main" val="212207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4D81-421D-9634-B1DF-7DB308CC68EE}"/>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D397A15A-2057-F6F3-AE7E-52285D70739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96F8787-10F2-832D-F9A4-19A20D1EEB85}"/>
              </a:ext>
            </a:extLst>
          </p:cNvPr>
          <p:cNvSpPr txBox="1"/>
          <p:nvPr/>
        </p:nvSpPr>
        <p:spPr>
          <a:xfrm>
            <a:off x="32953" y="-965"/>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B167B34A-EAAA-5E22-041A-0074627D47E9}"/>
              </a:ext>
            </a:extLst>
          </p:cNvPr>
          <p:cNvSpPr>
            <a:spLocks noGrp="1"/>
          </p:cNvSpPr>
          <p:nvPr>
            <p:ph type="sldNum" sz="quarter" idx="12"/>
          </p:nvPr>
        </p:nvSpPr>
        <p:spPr/>
        <p:txBody>
          <a:bodyPr/>
          <a:lstStyle/>
          <a:p>
            <a:fld id="{90BED8D0-0D45-49A6-AFAB-428A084FB54D}" type="slidenum">
              <a:rPr lang="en-US" smtClean="0"/>
              <a:t>23</a:t>
            </a:fld>
            <a:endParaRPr lang="en-US"/>
          </a:p>
        </p:txBody>
      </p:sp>
      <p:sp>
        <p:nvSpPr>
          <p:cNvPr id="4" name="Footer Placeholder 1">
            <a:extLst>
              <a:ext uri="{FF2B5EF4-FFF2-40B4-BE49-F238E27FC236}">
                <a16:creationId xmlns:a16="http://schemas.microsoft.com/office/drawing/2014/main" id="{6134794F-585F-69D4-F52D-9FA315F309D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FE2AE426-3A1D-BA1A-6F91-416D1A17BE55}"/>
              </a:ext>
            </a:extLst>
          </p:cNvPr>
          <p:cNvSpPr txBox="1"/>
          <p:nvPr/>
        </p:nvSpPr>
        <p:spPr>
          <a:xfrm>
            <a:off x="719145" y="485718"/>
            <a:ext cx="10429369" cy="6007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just">
              <a:lnSpc>
                <a:spcPct val="150000"/>
              </a:lnSpc>
              <a:spcAft>
                <a:spcPts val="100"/>
              </a:spcAft>
            </a:pPr>
            <a:r>
              <a:rPr lang="en-US" sz="1400" dirty="0">
                <a:latin typeface="Garamond" panose="02020404030301010803" pitchFamily="18" charset="0"/>
                <a:ea typeface="+mn-lt"/>
                <a:cs typeface="+mn-lt"/>
              </a:rPr>
              <a:t>[1] C. Hutto and E. Gilbert, "VADER: A parsimonious rule-based model for sentiment analysis of social media text," Proc. Int. AAAI Conf. Web Soc. Media, vol. 8, no. 1, 2014.  </a:t>
            </a:r>
          </a:p>
          <a:p>
            <a:pPr marL="285750" algn="just">
              <a:lnSpc>
                <a:spcPct val="150000"/>
              </a:lnSpc>
              <a:spcAft>
                <a:spcPts val="100"/>
              </a:spcAft>
            </a:pPr>
            <a:r>
              <a:rPr lang="en-US" sz="1400" dirty="0">
                <a:latin typeface="Garamond" panose="02020404030301010803" pitchFamily="18" charset="0"/>
                <a:ea typeface="+mn-lt"/>
                <a:cs typeface="+mn-lt"/>
              </a:rPr>
              <a:t>[2] B. Liu, "Sentiment analysis," UIC, [Online]. Available: https://www.cs.uic.edu/~liub/FBS/sentiment-analysis.html. [Accessed: Feb. 6, 2025].  </a:t>
            </a:r>
          </a:p>
          <a:p>
            <a:pPr marL="285750" algn="just">
              <a:lnSpc>
                <a:spcPct val="150000"/>
              </a:lnSpc>
              <a:spcAft>
                <a:spcPts val="100"/>
              </a:spcAft>
            </a:pPr>
            <a:r>
              <a:rPr lang="en-US" sz="1400" dirty="0">
                <a:latin typeface="Garamond" panose="02020404030301010803" pitchFamily="18" charset="0"/>
                <a:ea typeface="+mn-lt"/>
                <a:cs typeface="+mn-lt"/>
              </a:rPr>
              <a:t>[3] B. Pang, L. Lee, and S. Vaithyanathan, "Thumbs up? Sentiment classification using machine learning techniques,"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cs/0205070, 2002.  </a:t>
            </a:r>
          </a:p>
          <a:p>
            <a:pPr marL="285750" algn="just">
              <a:lnSpc>
                <a:spcPct val="150000"/>
              </a:lnSpc>
              <a:spcAft>
                <a:spcPts val="100"/>
              </a:spcAft>
            </a:pPr>
            <a:r>
              <a:rPr lang="en-US" sz="1400" dirty="0">
                <a:latin typeface="Garamond" panose="02020404030301010803" pitchFamily="18" charset="0"/>
                <a:ea typeface="+mn-lt"/>
                <a:cs typeface="+mn-lt"/>
              </a:rPr>
              <a:t>[4] T. Joachims, "Text categorization with support vector machines: Learning with many relevant features," in Proc. Eur. Conf. Mach. Learn., Berlin, Heidelberg: Springer, 1998, pp. 137–142.</a:t>
            </a:r>
          </a:p>
          <a:p>
            <a:pPr marL="285750" algn="just">
              <a:lnSpc>
                <a:spcPct val="150000"/>
              </a:lnSpc>
              <a:spcAft>
                <a:spcPts val="100"/>
              </a:spcAft>
            </a:pPr>
            <a:r>
              <a:rPr lang="en-US" sz="1400" dirty="0">
                <a:latin typeface="Garamond" panose="02020404030301010803" pitchFamily="18" charset="0"/>
                <a:ea typeface="+mn-lt"/>
                <a:cs typeface="+mn-lt"/>
              </a:rPr>
              <a:t>[5] J. P. Vink and G. de Haan, "Comparison of machine learning techniques for target detection," </a:t>
            </a:r>
            <a:r>
              <a:rPr lang="en-US" sz="1400" dirty="0" err="1">
                <a:latin typeface="Garamond" panose="02020404030301010803" pitchFamily="18" charset="0"/>
                <a:ea typeface="+mn-lt"/>
                <a:cs typeface="+mn-lt"/>
              </a:rPr>
              <a:t>Artif</a:t>
            </a:r>
            <a:r>
              <a:rPr lang="en-US" sz="1400" dirty="0">
                <a:latin typeface="Garamond" panose="02020404030301010803" pitchFamily="18" charset="0"/>
                <a:ea typeface="+mn-lt"/>
                <a:cs typeface="+mn-lt"/>
              </a:rPr>
              <a:t>. </a:t>
            </a:r>
            <a:r>
              <a:rPr lang="en-US" sz="1400" dirty="0" err="1">
                <a:latin typeface="Garamond" panose="02020404030301010803" pitchFamily="18" charset="0"/>
                <a:ea typeface="+mn-lt"/>
                <a:cs typeface="+mn-lt"/>
              </a:rPr>
              <a:t>Intell</a:t>
            </a:r>
            <a:r>
              <a:rPr lang="en-US" sz="1400" dirty="0">
                <a:latin typeface="Garamond" panose="02020404030301010803" pitchFamily="18" charset="0"/>
                <a:ea typeface="+mn-lt"/>
                <a:cs typeface="+mn-lt"/>
              </a:rPr>
              <a:t>. Rev., vol. 43, pp. 125–139, 2015.</a:t>
            </a:r>
          </a:p>
          <a:p>
            <a:pPr marL="285750" algn="just">
              <a:lnSpc>
                <a:spcPct val="150000"/>
              </a:lnSpc>
              <a:spcAft>
                <a:spcPts val="100"/>
              </a:spcAft>
            </a:pPr>
            <a:r>
              <a:rPr lang="en-US" sz="1400" dirty="0">
                <a:latin typeface="Garamond" panose="02020404030301010803" pitchFamily="18" charset="0"/>
                <a:ea typeface="+mn-lt"/>
                <a:cs typeface="+mn-lt"/>
              </a:rPr>
              <a:t>[6] T. </a:t>
            </a:r>
            <a:r>
              <a:rPr lang="en-US" sz="1400" dirty="0" err="1">
                <a:latin typeface="Garamond" panose="02020404030301010803" pitchFamily="18" charset="0"/>
                <a:ea typeface="+mn-lt"/>
                <a:cs typeface="+mn-lt"/>
              </a:rPr>
              <a:t>Mikolov</a:t>
            </a:r>
            <a:r>
              <a:rPr lang="en-US" sz="1400" dirty="0">
                <a:latin typeface="Garamond" panose="02020404030301010803" pitchFamily="18" charset="0"/>
                <a:ea typeface="+mn-lt"/>
                <a:cs typeface="+mn-lt"/>
              </a:rPr>
              <a:t> et al., "Distributed representations of words and phrases and their compositionality," in Adv. Neural Inf. Process. Syst., vol. 26, 2013.</a:t>
            </a:r>
          </a:p>
          <a:p>
            <a:pPr marL="285750" algn="just">
              <a:lnSpc>
                <a:spcPct val="150000"/>
              </a:lnSpc>
              <a:spcAft>
                <a:spcPts val="100"/>
              </a:spcAft>
            </a:pPr>
            <a:r>
              <a:rPr lang="en-US" sz="1400" dirty="0">
                <a:latin typeface="Garamond" panose="02020404030301010803" pitchFamily="18" charset="0"/>
                <a:ea typeface="+mn-lt"/>
                <a:cs typeface="+mn-lt"/>
              </a:rPr>
              <a:t>[7] P. Liu, X. Qiu, and X. Huang, "Recurrent neural network for text classification with multi-task learning,"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arXiv:1605.05101, 2016.</a:t>
            </a:r>
          </a:p>
          <a:p>
            <a:pPr marL="285750" algn="just">
              <a:lnSpc>
                <a:spcPct val="150000"/>
              </a:lnSpc>
              <a:spcAft>
                <a:spcPts val="100"/>
              </a:spcAft>
            </a:pPr>
            <a:r>
              <a:rPr lang="en-US" sz="1400" dirty="0">
                <a:latin typeface="Garamond" panose="02020404030301010803" pitchFamily="18" charset="0"/>
                <a:ea typeface="+mn-lt"/>
                <a:cs typeface="+mn-lt"/>
              </a:rPr>
              <a:t>[8] A. </a:t>
            </a:r>
            <a:r>
              <a:rPr lang="en-US" sz="1400" dirty="0" err="1">
                <a:latin typeface="Garamond" panose="02020404030301010803" pitchFamily="18" charset="0"/>
                <a:ea typeface="+mn-lt"/>
                <a:cs typeface="+mn-lt"/>
              </a:rPr>
              <a:t>Rakhlin</a:t>
            </a:r>
            <a:r>
              <a:rPr lang="en-US" sz="1400" dirty="0">
                <a:latin typeface="Garamond" panose="02020404030301010803" pitchFamily="18" charset="0"/>
                <a:ea typeface="+mn-lt"/>
                <a:cs typeface="+mn-lt"/>
              </a:rPr>
              <a:t>, "Convolutional neural networks for sentence classification," GitHub, vol. 6, p. 25, 2016.</a:t>
            </a:r>
          </a:p>
          <a:p>
            <a:pPr marL="285750" algn="just">
              <a:lnSpc>
                <a:spcPct val="150000"/>
              </a:lnSpc>
              <a:spcAft>
                <a:spcPts val="100"/>
              </a:spcAft>
            </a:pPr>
            <a:r>
              <a:rPr lang="en-US" sz="1400" dirty="0">
                <a:latin typeface="Garamond" panose="02020404030301010803" pitchFamily="18" charset="0"/>
                <a:ea typeface="+mn-lt"/>
                <a:cs typeface="+mn-lt"/>
              </a:rPr>
              <a:t>[9] J. Devlin, M.-W. Chang, K. Lee, and K. Toutanova, "BERT: Pre-training of deep bidirectional transformers for language understanding," in Proc. NAACL-HLT, vol. 1, no. 2, 2019, pp. 4171–4186.</a:t>
            </a:r>
          </a:p>
          <a:p>
            <a:pPr marL="285750" algn="just">
              <a:lnSpc>
                <a:spcPct val="150000"/>
              </a:lnSpc>
              <a:spcAft>
                <a:spcPts val="100"/>
              </a:spcAft>
            </a:pPr>
            <a:r>
              <a:rPr lang="en-US" sz="1400" dirty="0">
                <a:latin typeface="Garamond" panose="02020404030301010803" pitchFamily="18" charset="0"/>
                <a:ea typeface="+mn-lt"/>
                <a:cs typeface="+mn-lt"/>
              </a:rPr>
              <a:t>[10] T. Brown et al., "Language models are few-shot learners," in Adv. Neural Inf. Process. Syst., vol. 33, 2020, pp. 1877–1901.</a:t>
            </a:r>
          </a:p>
          <a:p>
            <a:pPr marL="285750" algn="just">
              <a:lnSpc>
                <a:spcPct val="150000"/>
              </a:lnSpc>
              <a:spcAft>
                <a:spcPts val="100"/>
              </a:spcAft>
            </a:pPr>
            <a:r>
              <a:rPr lang="en-US" sz="1400" dirty="0">
                <a:latin typeface="Garamond" panose="02020404030301010803" pitchFamily="18" charset="0"/>
                <a:ea typeface="+mn-lt"/>
                <a:cs typeface="+mn-lt"/>
              </a:rPr>
              <a:t>[11] C.-L. Chou, C.-H. Chang, and S.-Y. Wu, "Semi-supervised sequence labeling for named entity extraction based on tri-training: case study on Chinese person name extraction," in Proc. Third Workshop Semantic Web Inf. Extraction, 2014.</a:t>
            </a:r>
          </a:p>
        </p:txBody>
      </p:sp>
    </p:spTree>
    <p:extLst>
      <p:ext uri="{BB962C8B-B14F-4D97-AF65-F5344CB8AC3E}">
        <p14:creationId xmlns:p14="http://schemas.microsoft.com/office/powerpoint/2010/main" val="1388590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450C-4828-A383-7EBF-4FF776B8F93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FE9D160-98F4-DEDC-BADF-6F062A23A3E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3749430-9ACE-315B-0F71-7287B9489B21}"/>
              </a:ext>
            </a:extLst>
          </p:cNvPr>
          <p:cNvSpPr>
            <a:spLocks noGrp="1"/>
          </p:cNvSpPr>
          <p:nvPr>
            <p:ph type="sldNum" sz="quarter" idx="12"/>
          </p:nvPr>
        </p:nvSpPr>
        <p:spPr/>
        <p:txBody>
          <a:bodyPr/>
          <a:lstStyle/>
          <a:p>
            <a:fld id="{90BED8D0-0D45-49A6-AFAB-428A084FB54D}" type="slidenum">
              <a:rPr lang="en-US" smtClean="0"/>
              <a:t>24</a:t>
            </a:fld>
            <a:endParaRPr lang="en-US"/>
          </a:p>
        </p:txBody>
      </p:sp>
      <p:sp>
        <p:nvSpPr>
          <p:cNvPr id="4" name="Footer Placeholder 1">
            <a:extLst>
              <a:ext uri="{FF2B5EF4-FFF2-40B4-BE49-F238E27FC236}">
                <a16:creationId xmlns:a16="http://schemas.microsoft.com/office/drawing/2014/main" id="{E0C25858-3CDB-40BD-B8BD-77A99A44729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A221C4D1-00FF-9637-C234-BA52410D3BD5}"/>
              </a:ext>
            </a:extLst>
          </p:cNvPr>
          <p:cNvSpPr txBox="1"/>
          <p:nvPr/>
        </p:nvSpPr>
        <p:spPr>
          <a:xfrm>
            <a:off x="628529" y="2814136"/>
            <a:ext cx="104293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ctr">
              <a:spcAft>
                <a:spcPts val="100"/>
              </a:spcAft>
            </a:pPr>
            <a:r>
              <a:rPr lang="en-US" sz="5400" b="1" dirty="0">
                <a:latin typeface="Garamond" panose="02020404030301010803" pitchFamily="18" charset="0"/>
                <a:ea typeface="+mn-lt"/>
                <a:cs typeface="+mn-lt"/>
              </a:rPr>
              <a:t>Q / A</a:t>
            </a:r>
          </a:p>
        </p:txBody>
      </p:sp>
    </p:spTree>
    <p:extLst>
      <p:ext uri="{BB962C8B-B14F-4D97-AF65-F5344CB8AC3E}">
        <p14:creationId xmlns:p14="http://schemas.microsoft.com/office/powerpoint/2010/main" val="49254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2518</TotalTime>
  <Words>1421</Words>
  <Application>Microsoft Office PowerPoint</Application>
  <PresentationFormat>Widescreen</PresentationFormat>
  <Paragraphs>283</Paragraphs>
  <Slides>24</Slides>
  <Notes>17</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South Dakota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Dudam, Neerajdattu</dc:creator>
  <cp:lastModifiedBy>Dudam, Neerajdattu</cp:lastModifiedBy>
  <cp:revision>512</cp:revision>
  <dcterms:created xsi:type="dcterms:W3CDTF">2024-12-24T18:20:25Z</dcterms:created>
  <dcterms:modified xsi:type="dcterms:W3CDTF">2025-04-16T23:15:16Z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b311d3-aea9-4488-bc88-99739ecc7603_Enabled">
    <vt:lpwstr>true</vt:lpwstr>
  </property>
  <property fmtid="{D5CDD505-2E9C-101B-9397-08002B2CF9AE}" pid="3" name="MSIP_Label_8cb311d3-aea9-4488-bc88-99739ecc7603_SetDate">
    <vt:lpwstr>2025-04-15T15:47:16Z</vt:lpwstr>
  </property>
  <property fmtid="{D5CDD505-2E9C-101B-9397-08002B2CF9AE}" pid="4" name="MSIP_Label_8cb311d3-aea9-4488-bc88-99739ecc7603_Method">
    <vt:lpwstr>Standard</vt:lpwstr>
  </property>
  <property fmtid="{D5CDD505-2E9C-101B-9397-08002B2CF9AE}" pid="5" name="MSIP_Label_8cb311d3-aea9-4488-bc88-99739ecc7603_Name">
    <vt:lpwstr>Internal - University</vt:lpwstr>
  </property>
  <property fmtid="{D5CDD505-2E9C-101B-9397-08002B2CF9AE}" pid="6" name="MSIP_Label_8cb311d3-aea9-4488-bc88-99739ecc7603_SiteId">
    <vt:lpwstr>9c36a7d0-bf7b-4991-9b78-be91a52f0226</vt:lpwstr>
  </property>
  <property fmtid="{D5CDD505-2E9C-101B-9397-08002B2CF9AE}" pid="7" name="MSIP_Label_8cb311d3-aea9-4488-bc88-99739ecc7603_ActionId">
    <vt:lpwstr>15efc16f-4f77-4cd8-a0fe-8d3cbebe9096</vt:lpwstr>
  </property>
  <property fmtid="{D5CDD505-2E9C-101B-9397-08002B2CF9AE}" pid="8" name="MSIP_Label_8cb311d3-aea9-4488-bc88-99739ecc7603_ContentBits">
    <vt:lpwstr>0</vt:lpwstr>
  </property>
  <property fmtid="{D5CDD505-2E9C-101B-9397-08002B2CF9AE}" pid="9" name="MSIP_Label_8cb311d3-aea9-4488-bc88-99739ecc7603_Tag">
    <vt:lpwstr>10, 3, 0, 2</vt:lpwstr>
  </property>
</Properties>
</file>